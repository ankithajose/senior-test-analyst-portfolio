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 id="2147483664" r:id="rId5"/>
  </p:sldMasterIdLst>
  <p:notesMasterIdLst>
    <p:notesMasterId r:id="rId23"/>
  </p:notesMasterIdLst>
  <p:sldIdLst>
    <p:sldId id="257" r:id="rId6"/>
    <p:sldId id="4882" r:id="rId7"/>
    <p:sldId id="4877" r:id="rId8"/>
    <p:sldId id="4869" r:id="rId9"/>
    <p:sldId id="4867" r:id="rId10"/>
    <p:sldId id="4878" r:id="rId11"/>
    <p:sldId id="4879" r:id="rId12"/>
    <p:sldId id="4868" r:id="rId13"/>
    <p:sldId id="4872" r:id="rId14"/>
    <p:sldId id="4871" r:id="rId15"/>
    <p:sldId id="4870" r:id="rId16"/>
    <p:sldId id="4873" r:id="rId17"/>
    <p:sldId id="4875" r:id="rId18"/>
    <p:sldId id="4874" r:id="rId19"/>
    <p:sldId id="4876" r:id="rId20"/>
    <p:sldId id="4880" r:id="rId21"/>
    <p:sldId id="48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6983C56-95E2-7F40-98CC-3004D6D461C8}">
          <p14:sldIdLst>
            <p14:sldId id="257"/>
            <p14:sldId id="4882"/>
            <p14:sldId id="4877"/>
            <p14:sldId id="4869"/>
            <p14:sldId id="4867"/>
            <p14:sldId id="4878"/>
            <p14:sldId id="4879"/>
            <p14:sldId id="4868"/>
            <p14:sldId id="4872"/>
            <p14:sldId id="4871"/>
            <p14:sldId id="4870"/>
            <p14:sldId id="4873"/>
            <p14:sldId id="4875"/>
            <p14:sldId id="4874"/>
            <p14:sldId id="4876"/>
            <p14:sldId id="4880"/>
            <p14:sldId id="48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CD3840-CB8A-82A6-8BEC-6D0FB52ACF62}" name="Latha Balaji" initials="LB" userId="S::latha.balaji@education.vic.gov.au::9c71cd4c-fb2f-4859-83f9-7017d050e7eb" providerId="AD"/>
  <p188:author id="{AE85D358-D53B-E93C-6EAE-55B491E2D58F}" name="Marian Jordan" initials="MJ" userId="S::marian.jordan@education.vic.gov.au::25b22b7b-6852-4f70-a40e-2e18d013b40d" providerId="AD"/>
  <p188:author id="{195C8E8E-0B17-2899-ACC2-C6822F81DA72}" name="Marian Jordan" initials="MJ" userId="S::Marian.Jordan@education.vic.gov.au::25b22b7b-6852-4f70-a40e-2e18d013b40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B8EA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17F06-A7AA-42D5-93E1-EDB090FE131C}" v="5" dt="2026-02-03T05:52:02.403"/>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ha Jose" userId="3075e0ad-172f-4df8-8db4-ecee29b8df71" providerId="ADAL" clId="{89731A72-31FB-43AC-8E84-F6A0879AFF96}"/>
    <pc:docChg chg="undo custSel addSld delSld modSld sldOrd modSection">
      <pc:chgData name="Ankitha Jose" userId="3075e0ad-172f-4df8-8db4-ecee29b8df71" providerId="ADAL" clId="{89731A72-31FB-43AC-8E84-F6A0879AFF96}" dt="2026-02-03T06:04:14.213" v="1575" actId="27636"/>
      <pc:docMkLst>
        <pc:docMk/>
      </pc:docMkLst>
      <pc:sldChg chg="addSp delSp modSp new mod ord modClrScheme chgLayout">
        <pc:chgData name="Ankitha Jose" userId="3075e0ad-172f-4df8-8db4-ecee29b8df71" providerId="ADAL" clId="{89731A72-31FB-43AC-8E84-F6A0879AFF96}" dt="2026-02-03T06:04:14.213" v="1575" actId="27636"/>
        <pc:sldMkLst>
          <pc:docMk/>
          <pc:sldMk cId="1430604687" sldId="4882"/>
        </pc:sldMkLst>
        <pc:spChg chg="del">
          <ac:chgData name="Ankitha Jose" userId="3075e0ad-172f-4df8-8db4-ecee29b8df71" providerId="ADAL" clId="{89731A72-31FB-43AC-8E84-F6A0879AFF96}" dt="2026-02-03T05:42:45.234" v="1425" actId="26606"/>
          <ac:spMkLst>
            <pc:docMk/>
            <pc:sldMk cId="1430604687" sldId="4882"/>
            <ac:spMk id="2" creationId="{34A57762-40A1-881D-AEC4-0A0EE2C3F218}"/>
          </ac:spMkLst>
        </pc:spChg>
        <pc:spChg chg="del">
          <ac:chgData name="Ankitha Jose" userId="3075e0ad-172f-4df8-8db4-ecee29b8df71" providerId="ADAL" clId="{89731A72-31FB-43AC-8E84-F6A0879AFF96}" dt="2026-02-03T05:42:45.234" v="1425" actId="26606"/>
          <ac:spMkLst>
            <pc:docMk/>
            <pc:sldMk cId="1430604687" sldId="4882"/>
            <ac:spMk id="3" creationId="{5DE1C040-AA4C-0430-9DCD-D88B411491AC}"/>
          </ac:spMkLst>
        </pc:spChg>
        <pc:spChg chg="del">
          <ac:chgData name="Ankitha Jose" userId="3075e0ad-172f-4df8-8db4-ecee29b8df71" providerId="ADAL" clId="{89731A72-31FB-43AC-8E84-F6A0879AFF96}" dt="2026-02-03T05:42:45.234" v="1425" actId="26606"/>
          <ac:spMkLst>
            <pc:docMk/>
            <pc:sldMk cId="1430604687" sldId="4882"/>
            <ac:spMk id="4" creationId="{EBFD432B-5111-D88E-9CAA-6957913314A5}"/>
          </ac:spMkLst>
        </pc:spChg>
        <pc:spChg chg="add mod">
          <ac:chgData name="Ankitha Jose" userId="3075e0ad-172f-4df8-8db4-ecee29b8df71" providerId="ADAL" clId="{89731A72-31FB-43AC-8E84-F6A0879AFF96}" dt="2026-02-03T05:43:02.848" v="1427" actId="14100"/>
          <ac:spMkLst>
            <pc:docMk/>
            <pc:sldMk cId="1430604687" sldId="4882"/>
            <ac:spMk id="9" creationId="{7537E2E4-3C49-C8A0-D784-51DB8579C01A}"/>
          </ac:spMkLst>
        </pc:spChg>
        <pc:spChg chg="add mod">
          <ac:chgData name="Ankitha Jose" userId="3075e0ad-172f-4df8-8db4-ecee29b8df71" providerId="ADAL" clId="{89731A72-31FB-43AC-8E84-F6A0879AFF96}" dt="2026-02-03T06:04:14.213" v="1575" actId="27636"/>
          <ac:spMkLst>
            <pc:docMk/>
            <pc:sldMk cId="1430604687" sldId="4882"/>
            <ac:spMk id="11" creationId="{242439EB-2AD1-992A-3625-ECEC70F9236D}"/>
          </ac:spMkLst>
        </pc:spChg>
      </pc:sldChg>
      <pc:sldChg chg="addSp delSp modSp new del mod modClrScheme chgLayout">
        <pc:chgData name="Ankitha Jose" userId="3075e0ad-172f-4df8-8db4-ecee29b8df71" providerId="ADAL" clId="{89731A72-31FB-43AC-8E84-F6A0879AFF96}" dt="2026-02-03T05:42:22.607" v="1421" actId="2696"/>
        <pc:sldMkLst>
          <pc:docMk/>
          <pc:sldMk cId="2922178065" sldId="4882"/>
        </pc:sldMkLst>
        <pc:spChg chg="del">
          <ac:chgData name="Ankitha Jose" userId="3075e0ad-172f-4df8-8db4-ecee29b8df71" providerId="ADAL" clId="{89731A72-31FB-43AC-8E84-F6A0879AFF96}" dt="2026-02-03T05:40:50.717" v="1411" actId="26606"/>
          <ac:spMkLst>
            <pc:docMk/>
            <pc:sldMk cId="2922178065" sldId="4882"/>
            <ac:spMk id="2" creationId="{74D32EF2-FA4D-1BA1-6C10-AC81021F26E7}"/>
          </ac:spMkLst>
        </pc:spChg>
        <pc:spChg chg="del">
          <ac:chgData name="Ankitha Jose" userId="3075e0ad-172f-4df8-8db4-ecee29b8df71" providerId="ADAL" clId="{89731A72-31FB-43AC-8E84-F6A0879AFF96}" dt="2026-02-03T05:40:50.717" v="1411" actId="26606"/>
          <ac:spMkLst>
            <pc:docMk/>
            <pc:sldMk cId="2922178065" sldId="4882"/>
            <ac:spMk id="3" creationId="{0E960FE8-3E4D-D325-22EE-058F0E29D441}"/>
          </ac:spMkLst>
        </pc:spChg>
        <pc:spChg chg="add mod ord">
          <ac:chgData name="Ankitha Jose" userId="3075e0ad-172f-4df8-8db4-ecee29b8df71" providerId="ADAL" clId="{89731A72-31FB-43AC-8E84-F6A0879AFF96}" dt="2026-02-03T05:42:15.371" v="1420"/>
          <ac:spMkLst>
            <pc:docMk/>
            <pc:sldMk cId="2922178065" sldId="4882"/>
            <ac:spMk id="4" creationId="{9D465DE2-B3A5-7A3E-8D0B-016974235176}"/>
          </ac:spMkLst>
        </pc:spChg>
        <pc:spChg chg="add del mod">
          <ac:chgData name="Ankitha Jose" userId="3075e0ad-172f-4df8-8db4-ecee29b8df71" providerId="ADAL" clId="{89731A72-31FB-43AC-8E84-F6A0879AFF96}" dt="2026-02-03T05:41:00.446" v="1412" actId="6264"/>
          <ac:spMkLst>
            <pc:docMk/>
            <pc:sldMk cId="2922178065" sldId="4882"/>
            <ac:spMk id="8" creationId="{B5C0AE40-3DBF-D794-D9EB-A469D1A369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7A536-6FD3-43BC-A578-FC403C394FC5}" type="datetimeFigureOut">
              <a:rPr lang="en-AU" smtClean="0"/>
              <a:t>3/02/2026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B3046-690A-4530-92F4-793406F5F4E2}" type="slidenum">
              <a:rPr lang="en-AU" smtClean="0"/>
              <a:t>‹#›</a:t>
            </a:fld>
            <a:endParaRPr lang="en-AU"/>
          </a:p>
        </p:txBody>
      </p:sp>
    </p:spTree>
    <p:extLst>
      <p:ext uri="{BB962C8B-B14F-4D97-AF65-F5344CB8AC3E}">
        <p14:creationId xmlns:p14="http://schemas.microsoft.com/office/powerpoint/2010/main" val="2055274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4AB3046-690A-4530-92F4-793406F5F4E2}" type="slidenum">
              <a:rPr lang="en-AU" smtClean="0"/>
              <a:t>4</a:t>
            </a:fld>
            <a:endParaRPr lang="en-AU"/>
          </a:p>
        </p:txBody>
      </p:sp>
    </p:spTree>
    <p:extLst>
      <p:ext uri="{BB962C8B-B14F-4D97-AF65-F5344CB8AC3E}">
        <p14:creationId xmlns:p14="http://schemas.microsoft.com/office/powerpoint/2010/main" val="859252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1FCE9-4792-2D37-6032-493BC3CD0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1F0D2-5A4B-1316-F8E9-687BC2ECC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22B00-A607-BBEE-059A-D1483B5CE46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91BD972-718E-9DA7-4B8F-B547AFFD2C16}"/>
              </a:ext>
            </a:extLst>
          </p:cNvPr>
          <p:cNvSpPr>
            <a:spLocks noGrp="1"/>
          </p:cNvSpPr>
          <p:nvPr>
            <p:ph type="sldNum" sz="quarter" idx="5"/>
          </p:nvPr>
        </p:nvSpPr>
        <p:spPr/>
        <p:txBody>
          <a:bodyPr/>
          <a:lstStyle/>
          <a:p>
            <a:fld id="{B4AB3046-690A-4530-92F4-793406F5F4E2}" type="slidenum">
              <a:rPr lang="en-AU" smtClean="0"/>
              <a:t>7</a:t>
            </a:fld>
            <a:endParaRPr lang="en-AU"/>
          </a:p>
        </p:txBody>
      </p:sp>
    </p:spTree>
    <p:extLst>
      <p:ext uri="{BB962C8B-B14F-4D97-AF65-F5344CB8AC3E}">
        <p14:creationId xmlns:p14="http://schemas.microsoft.com/office/powerpoint/2010/main" val="3211155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2AE1F-A5E1-1EFD-0716-5E1711B5D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DA53A-FD62-681D-D88E-784627086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D24C4-83DE-1BFF-A16F-33BFE035AB2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D37DD99-A3AD-09B3-DF11-BB6329F2C747}"/>
              </a:ext>
            </a:extLst>
          </p:cNvPr>
          <p:cNvSpPr>
            <a:spLocks noGrp="1"/>
          </p:cNvSpPr>
          <p:nvPr>
            <p:ph type="sldNum" sz="quarter" idx="5"/>
          </p:nvPr>
        </p:nvSpPr>
        <p:spPr/>
        <p:txBody>
          <a:bodyPr/>
          <a:lstStyle/>
          <a:p>
            <a:fld id="{B4AB3046-690A-4530-92F4-793406F5F4E2}" type="slidenum">
              <a:rPr lang="en-AU" smtClean="0"/>
              <a:t>9</a:t>
            </a:fld>
            <a:endParaRPr lang="en-AU"/>
          </a:p>
        </p:txBody>
      </p:sp>
    </p:spTree>
    <p:extLst>
      <p:ext uri="{BB962C8B-B14F-4D97-AF65-F5344CB8AC3E}">
        <p14:creationId xmlns:p14="http://schemas.microsoft.com/office/powerpoint/2010/main" val="1318441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F7F3A-2591-B812-2A82-6A1EAAD7B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92B62-07F9-D225-1333-C7AAFADDC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F06C9-0D4F-2B36-B0AB-E348AAD89DD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1FCB1C1-08FC-555E-DF4A-B9971DEBC1C2}"/>
              </a:ext>
            </a:extLst>
          </p:cNvPr>
          <p:cNvSpPr>
            <a:spLocks noGrp="1"/>
          </p:cNvSpPr>
          <p:nvPr>
            <p:ph type="sldNum" sz="quarter" idx="5"/>
          </p:nvPr>
        </p:nvSpPr>
        <p:spPr/>
        <p:txBody>
          <a:bodyPr/>
          <a:lstStyle/>
          <a:p>
            <a:fld id="{B4AB3046-690A-4530-92F4-793406F5F4E2}" type="slidenum">
              <a:rPr lang="en-AU" smtClean="0"/>
              <a:t>11</a:t>
            </a:fld>
            <a:endParaRPr lang="en-AU"/>
          </a:p>
        </p:txBody>
      </p:sp>
    </p:spTree>
    <p:extLst>
      <p:ext uri="{BB962C8B-B14F-4D97-AF65-F5344CB8AC3E}">
        <p14:creationId xmlns:p14="http://schemas.microsoft.com/office/powerpoint/2010/main" val="1513003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F834-8010-5786-E6DA-C7F8D1309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7884A-E76A-A0F3-8A7D-DD135A109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42167-EF36-B661-96AC-EBD6A889F56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D2AE4C6-4CE9-EAAB-340E-291E5E23F2F2}"/>
              </a:ext>
            </a:extLst>
          </p:cNvPr>
          <p:cNvSpPr>
            <a:spLocks noGrp="1"/>
          </p:cNvSpPr>
          <p:nvPr>
            <p:ph type="sldNum" sz="quarter" idx="5"/>
          </p:nvPr>
        </p:nvSpPr>
        <p:spPr/>
        <p:txBody>
          <a:bodyPr/>
          <a:lstStyle/>
          <a:p>
            <a:fld id="{B4AB3046-690A-4530-92F4-793406F5F4E2}" type="slidenum">
              <a:rPr lang="en-AU" smtClean="0"/>
              <a:t>13</a:t>
            </a:fld>
            <a:endParaRPr lang="en-AU"/>
          </a:p>
        </p:txBody>
      </p:sp>
    </p:spTree>
    <p:extLst>
      <p:ext uri="{BB962C8B-B14F-4D97-AF65-F5344CB8AC3E}">
        <p14:creationId xmlns:p14="http://schemas.microsoft.com/office/powerpoint/2010/main" val="2585284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5018F-09F3-1FE4-63ED-304E43999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894F7-D323-31BF-2B4E-9506F805A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50927-ACAB-6A1E-0F82-ED383E37BF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BECDD44-9B08-A822-B5C2-A3DD1E324539}"/>
              </a:ext>
            </a:extLst>
          </p:cNvPr>
          <p:cNvSpPr>
            <a:spLocks noGrp="1"/>
          </p:cNvSpPr>
          <p:nvPr>
            <p:ph type="sldNum" sz="quarter" idx="5"/>
          </p:nvPr>
        </p:nvSpPr>
        <p:spPr/>
        <p:txBody>
          <a:bodyPr/>
          <a:lstStyle/>
          <a:p>
            <a:fld id="{B4AB3046-690A-4530-92F4-793406F5F4E2}" type="slidenum">
              <a:rPr lang="en-AU" smtClean="0"/>
              <a:t>15</a:t>
            </a:fld>
            <a:endParaRPr lang="en-AU"/>
          </a:p>
        </p:txBody>
      </p:sp>
    </p:spTree>
    <p:extLst>
      <p:ext uri="{BB962C8B-B14F-4D97-AF65-F5344CB8AC3E}">
        <p14:creationId xmlns:p14="http://schemas.microsoft.com/office/powerpoint/2010/main" val="744267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69E57-5BB7-11F5-6080-4E5FF2D6D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FDF19-5245-29DA-2361-DADA80DB8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E3FBD-0CDF-0466-86F4-5E2FFEEB39E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367CB91-E40E-A218-AE86-54A5218C9C18}"/>
              </a:ext>
            </a:extLst>
          </p:cNvPr>
          <p:cNvSpPr>
            <a:spLocks noGrp="1"/>
          </p:cNvSpPr>
          <p:nvPr>
            <p:ph type="sldNum" sz="quarter" idx="5"/>
          </p:nvPr>
        </p:nvSpPr>
        <p:spPr/>
        <p:txBody>
          <a:bodyPr/>
          <a:lstStyle/>
          <a:p>
            <a:fld id="{B4AB3046-690A-4530-92F4-793406F5F4E2}" type="slidenum">
              <a:rPr lang="en-AU" smtClean="0"/>
              <a:t>16</a:t>
            </a:fld>
            <a:endParaRPr lang="en-AU"/>
          </a:p>
        </p:txBody>
      </p:sp>
    </p:spTree>
    <p:extLst>
      <p:ext uri="{BB962C8B-B14F-4D97-AF65-F5344CB8AC3E}">
        <p14:creationId xmlns:p14="http://schemas.microsoft.com/office/powerpoint/2010/main" val="673466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BF94A-ABCE-8D2C-C17F-DA10937BB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D01C1-F297-B0F1-F8EC-48BA8E2C5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2A579-5A92-ECB9-A762-C7046B34F82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9414F2D-8038-FBD6-F87C-B8460CBB8C4A}"/>
              </a:ext>
            </a:extLst>
          </p:cNvPr>
          <p:cNvSpPr>
            <a:spLocks noGrp="1"/>
          </p:cNvSpPr>
          <p:nvPr>
            <p:ph type="sldNum" sz="quarter" idx="5"/>
          </p:nvPr>
        </p:nvSpPr>
        <p:spPr/>
        <p:txBody>
          <a:bodyPr/>
          <a:lstStyle/>
          <a:p>
            <a:fld id="{B4AB3046-690A-4530-92F4-793406F5F4E2}" type="slidenum">
              <a:rPr lang="en-AU" smtClean="0"/>
              <a:t>17</a:t>
            </a:fld>
            <a:endParaRPr lang="en-AU"/>
          </a:p>
        </p:txBody>
      </p:sp>
    </p:spTree>
    <p:extLst>
      <p:ext uri="{BB962C8B-B14F-4D97-AF65-F5344CB8AC3E}">
        <p14:creationId xmlns:p14="http://schemas.microsoft.com/office/powerpoint/2010/main" val="12138656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0777282-B291-AE23-7239-6291CF30033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28BD02-5345-43D4-08F0-DF3279BFB593}"/>
              </a:ext>
            </a:extLst>
          </p:cNvPr>
          <p:cNvSpPr>
            <a:spLocks noGrp="1"/>
          </p:cNvSpPr>
          <p:nvPr>
            <p:ph type="ctrTitle"/>
          </p:nvPr>
        </p:nvSpPr>
        <p:spPr>
          <a:xfrm>
            <a:off x="658813" y="3738344"/>
            <a:ext cx="8965324" cy="806669"/>
          </a:xfrm>
        </p:spPr>
        <p:txBody>
          <a:bodyPr lIns="0" tIns="0" rIns="0" bIns="0" anchor="b">
            <a:normAutofit/>
          </a:bodyPr>
          <a:lstStyle>
            <a:lvl1pPr algn="l">
              <a:defRPr sz="2800"/>
            </a:lvl1pPr>
          </a:lstStyle>
          <a:p>
            <a:r>
              <a:rPr lang="en-US"/>
              <a:t>Click to edit Master title style</a:t>
            </a:r>
          </a:p>
        </p:txBody>
      </p:sp>
      <p:sp>
        <p:nvSpPr>
          <p:cNvPr id="3" name="Subtitle 2">
            <a:extLst>
              <a:ext uri="{FF2B5EF4-FFF2-40B4-BE49-F238E27FC236}">
                <a16:creationId xmlns:a16="http://schemas.microsoft.com/office/drawing/2014/main" id="{C28D65AE-5081-C7CF-F97B-BB187473F5C4}"/>
              </a:ext>
            </a:extLst>
          </p:cNvPr>
          <p:cNvSpPr>
            <a:spLocks noGrp="1"/>
          </p:cNvSpPr>
          <p:nvPr>
            <p:ph type="subTitle" idx="1"/>
          </p:nvPr>
        </p:nvSpPr>
        <p:spPr>
          <a:xfrm>
            <a:off x="658813" y="4719471"/>
            <a:ext cx="6138041" cy="932619"/>
          </a:xfrm>
        </p:spPr>
        <p:txBody>
          <a:bodyPr lIns="0" tIns="0" rIns="0" bIns="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75938035"/>
      </p:ext>
    </p:extLst>
  </p:cSld>
  <p:clrMapOvr>
    <a:masterClrMapping/>
  </p:clrMapOvr>
  <p:extLst>
    <p:ext uri="{DCECCB84-F9BA-43D5-87BE-67443E8EF086}">
      <p15:sldGuideLst xmlns:p15="http://schemas.microsoft.com/office/powerpoint/2012/main">
        <p15:guide id="1" orient="horz" pos="2863" userDrawn="1">
          <p15:clr>
            <a:srgbClr val="FBAE40"/>
          </p15:clr>
        </p15:guide>
        <p15:guide id="2" pos="4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509FC6-3E36-9C1A-E103-83C52797D7BD}"/>
              </a:ext>
            </a:extLst>
          </p:cNvPr>
          <p:cNvPicPr>
            <a:picLocks noChangeAspect="1"/>
          </p:cNvPicPr>
          <p:nvPr userDrawn="1"/>
        </p:nvPicPr>
        <p:blipFill>
          <a:blip r:embed="rId2"/>
          <a:srcRect t="21258" b="21258"/>
          <a:stretch/>
        </p:blipFill>
        <p:spPr>
          <a:xfrm>
            <a:off x="0" y="0"/>
            <a:ext cx="12192000" cy="4545013"/>
          </a:xfrm>
          <a:prstGeom prst="rect">
            <a:avLst/>
          </a:prstGeom>
        </p:spPr>
      </p:pic>
      <p:pic>
        <p:nvPicPr>
          <p:cNvPr id="8" name="Graphic 7">
            <a:extLst>
              <a:ext uri="{FF2B5EF4-FFF2-40B4-BE49-F238E27FC236}">
                <a16:creationId xmlns:a16="http://schemas.microsoft.com/office/drawing/2014/main" id="{A0777282-B291-AE23-7239-6291CF30033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28BD02-5345-43D4-08F0-DF3279BFB593}"/>
              </a:ext>
            </a:extLst>
          </p:cNvPr>
          <p:cNvSpPr>
            <a:spLocks noGrp="1"/>
          </p:cNvSpPr>
          <p:nvPr>
            <p:ph type="ctrTitle"/>
          </p:nvPr>
        </p:nvSpPr>
        <p:spPr>
          <a:xfrm>
            <a:off x="658813" y="3738344"/>
            <a:ext cx="8965324" cy="806669"/>
          </a:xfrm>
        </p:spPr>
        <p:txBody>
          <a:bodyPr lIns="0" tIns="0" rIns="0" bIns="0" anchor="b">
            <a:normAutofit/>
          </a:bodyPr>
          <a:lstStyle>
            <a:lvl1pPr algn="l">
              <a:defRPr sz="2800"/>
            </a:lvl1pPr>
          </a:lstStyle>
          <a:p>
            <a:r>
              <a:rPr lang="en-US"/>
              <a:t>Click to edit Master title style</a:t>
            </a:r>
          </a:p>
        </p:txBody>
      </p:sp>
      <p:sp>
        <p:nvSpPr>
          <p:cNvPr id="3" name="Subtitle 2">
            <a:extLst>
              <a:ext uri="{FF2B5EF4-FFF2-40B4-BE49-F238E27FC236}">
                <a16:creationId xmlns:a16="http://schemas.microsoft.com/office/drawing/2014/main" id="{C28D65AE-5081-C7CF-F97B-BB187473F5C4}"/>
              </a:ext>
            </a:extLst>
          </p:cNvPr>
          <p:cNvSpPr>
            <a:spLocks noGrp="1"/>
          </p:cNvSpPr>
          <p:nvPr>
            <p:ph type="subTitle" idx="1"/>
          </p:nvPr>
        </p:nvSpPr>
        <p:spPr>
          <a:xfrm>
            <a:off x="658813" y="4719471"/>
            <a:ext cx="6138041" cy="932619"/>
          </a:xfrm>
        </p:spPr>
        <p:txBody>
          <a:bodyPr lIns="0" tIns="0" rIns="0" bIns="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87640273"/>
      </p:ext>
    </p:extLst>
  </p:cSld>
  <p:clrMapOvr>
    <a:masterClrMapping/>
  </p:clrMapOvr>
  <p:extLst>
    <p:ext uri="{DCECCB84-F9BA-43D5-87BE-67443E8EF086}">
      <p15:sldGuideLst xmlns:p15="http://schemas.microsoft.com/office/powerpoint/2012/main">
        <p15:guide id="1" orient="horz" pos="2863" userDrawn="1">
          <p15:clr>
            <a:srgbClr val="FBAE40"/>
          </p15:clr>
        </p15:guide>
        <p15:guide id="2" pos="41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5867C2-BA98-B26C-4823-4DA7D00966CC}"/>
              </a:ext>
            </a:extLst>
          </p:cNvPr>
          <p:cNvPicPr>
            <a:picLocks noChangeAspect="1"/>
          </p:cNvPicPr>
          <p:nvPr userDrawn="1"/>
        </p:nvPicPr>
        <p:blipFill>
          <a:blip r:embed="rId2"/>
          <a:srcRect t="3612" b="36944"/>
          <a:stretch/>
        </p:blipFill>
        <p:spPr>
          <a:xfrm>
            <a:off x="0" y="2112579"/>
            <a:ext cx="12009120" cy="4745422"/>
          </a:xfrm>
          <a:prstGeom prst="rect">
            <a:avLst/>
          </a:prstGeom>
        </p:spPr>
      </p:pic>
      <p:sp>
        <p:nvSpPr>
          <p:cNvPr id="7" name="Rectangle 6">
            <a:extLst>
              <a:ext uri="{FF2B5EF4-FFF2-40B4-BE49-F238E27FC236}">
                <a16:creationId xmlns:a16="http://schemas.microsoft.com/office/drawing/2014/main" id="{A35BAAC2-CD7F-E7D5-3A9D-76A7EB324005}"/>
              </a:ext>
            </a:extLst>
          </p:cNvPr>
          <p:cNvSpPr/>
          <p:nvPr userDrawn="1"/>
        </p:nvSpPr>
        <p:spPr>
          <a:xfrm>
            <a:off x="0" y="4185139"/>
            <a:ext cx="12192000" cy="2672862"/>
          </a:xfrm>
          <a:prstGeom prst="rect">
            <a:avLst/>
          </a:prstGeom>
          <a:gradFill>
            <a:gsLst>
              <a:gs pos="0">
                <a:schemeClr val="accent1">
                  <a:lumMod val="5000"/>
                  <a:lumOff val="95000"/>
                  <a:alpha val="0"/>
                </a:schemeClr>
              </a:gs>
              <a:gs pos="87000">
                <a:srgbClr val="000000">
                  <a:alpha val="82455"/>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A0777282-B291-AE23-7239-6291CF30033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28BD02-5345-43D4-08F0-DF3279BFB593}"/>
              </a:ext>
            </a:extLst>
          </p:cNvPr>
          <p:cNvSpPr>
            <a:spLocks noGrp="1"/>
          </p:cNvSpPr>
          <p:nvPr>
            <p:ph type="ctrTitle"/>
          </p:nvPr>
        </p:nvSpPr>
        <p:spPr>
          <a:xfrm>
            <a:off x="839788" y="5009037"/>
            <a:ext cx="8965324" cy="806669"/>
          </a:xfrm>
        </p:spPr>
        <p:txBody>
          <a:bodyPr lIns="0" tIns="0" rIns="0" bIns="0" anchor="b">
            <a:normAutofit/>
          </a:bodyPr>
          <a:lstStyle>
            <a:lvl1pPr algn="l">
              <a:defRPr sz="2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C28D65AE-5081-C7CF-F97B-BB187473F5C4}"/>
              </a:ext>
            </a:extLst>
          </p:cNvPr>
          <p:cNvSpPr>
            <a:spLocks noGrp="1"/>
          </p:cNvSpPr>
          <p:nvPr>
            <p:ph type="subTitle" idx="1"/>
          </p:nvPr>
        </p:nvSpPr>
        <p:spPr>
          <a:xfrm>
            <a:off x="839788" y="5990165"/>
            <a:ext cx="6138041" cy="533466"/>
          </a:xfrm>
        </p:spPr>
        <p:txBody>
          <a:bodyPr lIns="0" tIns="0" rIns="0" bIns="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91646717"/>
      </p:ext>
    </p:extLst>
  </p:cSld>
  <p:clrMapOvr>
    <a:masterClrMapping/>
  </p:clrMapOvr>
  <p:extLst>
    <p:ext uri="{DCECCB84-F9BA-43D5-87BE-67443E8EF086}">
      <p15:sldGuideLst xmlns:p15="http://schemas.microsoft.com/office/powerpoint/2012/main">
        <p15:guide id="1" orient="horz" pos="2863" userDrawn="1">
          <p15:clr>
            <a:srgbClr val="FBAE40"/>
          </p15:clr>
        </p15:guide>
        <p15:guide id="2" pos="52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0777282-B291-AE23-7239-6291CF30033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28BD02-5345-43D4-08F0-DF3279BFB593}"/>
              </a:ext>
            </a:extLst>
          </p:cNvPr>
          <p:cNvSpPr>
            <a:spLocks noGrp="1"/>
          </p:cNvSpPr>
          <p:nvPr>
            <p:ph type="ctrTitle" hasCustomPrompt="1"/>
          </p:nvPr>
        </p:nvSpPr>
        <p:spPr>
          <a:xfrm>
            <a:off x="658813" y="3738344"/>
            <a:ext cx="8965324" cy="806669"/>
          </a:xfrm>
        </p:spPr>
        <p:txBody>
          <a:bodyPr lIns="0" tIns="0" rIns="0" bIns="0" anchor="b">
            <a:normAutofit/>
          </a:bodyPr>
          <a:lstStyle>
            <a:lvl1pPr algn="l">
              <a:defRPr sz="2800"/>
            </a:lvl1pPr>
          </a:lstStyle>
          <a:p>
            <a:r>
              <a:rPr lang="en-GB"/>
              <a:t>Click to edit section break title</a:t>
            </a:r>
            <a:endParaRPr lang="en-US"/>
          </a:p>
        </p:txBody>
      </p:sp>
      <p:sp>
        <p:nvSpPr>
          <p:cNvPr id="3" name="Subtitle 2">
            <a:extLst>
              <a:ext uri="{FF2B5EF4-FFF2-40B4-BE49-F238E27FC236}">
                <a16:creationId xmlns:a16="http://schemas.microsoft.com/office/drawing/2014/main" id="{C28D65AE-5081-C7CF-F97B-BB187473F5C4}"/>
              </a:ext>
            </a:extLst>
          </p:cNvPr>
          <p:cNvSpPr>
            <a:spLocks noGrp="1"/>
          </p:cNvSpPr>
          <p:nvPr>
            <p:ph type="subTitle" idx="1" hasCustomPrompt="1"/>
          </p:nvPr>
        </p:nvSpPr>
        <p:spPr>
          <a:xfrm>
            <a:off x="658813" y="4719471"/>
            <a:ext cx="6138041" cy="932619"/>
          </a:xfrm>
        </p:spPr>
        <p:txBody>
          <a:bodyPr lIns="0" tIns="0" rIns="0" bIns="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section break subtitle</a:t>
            </a:r>
            <a:endParaRPr lang="en-US"/>
          </a:p>
        </p:txBody>
      </p:sp>
    </p:spTree>
    <p:extLst>
      <p:ext uri="{BB962C8B-B14F-4D97-AF65-F5344CB8AC3E}">
        <p14:creationId xmlns:p14="http://schemas.microsoft.com/office/powerpoint/2010/main" val="726335167"/>
      </p:ext>
    </p:extLst>
  </p:cSld>
  <p:clrMapOvr>
    <a:masterClrMapping/>
  </p:clrMapOvr>
  <p:extLst>
    <p:ext uri="{DCECCB84-F9BA-43D5-87BE-67443E8EF086}">
      <p15:sldGuideLst xmlns:p15="http://schemas.microsoft.com/office/powerpoint/2012/main">
        <p15:guide id="1" orient="horz" pos="2863" userDrawn="1">
          <p15:clr>
            <a:srgbClr val="FBAE40"/>
          </p15:clr>
        </p15:guide>
        <p15:guide id="2" pos="41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A361DED-330F-996F-F89E-B763021DDD3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8813" y="955344"/>
            <a:ext cx="676001" cy="232375"/>
          </a:xfrm>
          <a:prstGeom prst="rect">
            <a:avLst/>
          </a:prstGeom>
        </p:spPr>
      </p:pic>
      <p:pic>
        <p:nvPicPr>
          <p:cNvPr id="2" name="Graphic 1">
            <a:extLst>
              <a:ext uri="{FF2B5EF4-FFF2-40B4-BE49-F238E27FC236}">
                <a16:creationId xmlns:a16="http://schemas.microsoft.com/office/drawing/2014/main" id="{32F1E47C-D9B8-C966-BBFB-FAFA285669F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9606" y="5961888"/>
            <a:ext cx="1543396" cy="454364"/>
          </a:xfrm>
          <a:prstGeom prst="rect">
            <a:avLst/>
          </a:prstGeom>
        </p:spPr>
      </p:pic>
      <p:sp>
        <p:nvSpPr>
          <p:cNvPr id="5" name="Text Placeholder 4">
            <a:extLst>
              <a:ext uri="{FF2B5EF4-FFF2-40B4-BE49-F238E27FC236}">
                <a16:creationId xmlns:a16="http://schemas.microsoft.com/office/drawing/2014/main" id="{61C8EA36-DBCA-554A-F511-EAA84BA6813D}"/>
              </a:ext>
            </a:extLst>
          </p:cNvPr>
          <p:cNvSpPr>
            <a:spLocks noGrp="1"/>
          </p:cNvSpPr>
          <p:nvPr>
            <p:ph type="body" sz="quarter" idx="10" hasCustomPrompt="1"/>
          </p:nvPr>
        </p:nvSpPr>
        <p:spPr>
          <a:xfrm>
            <a:off x="658813" y="620384"/>
            <a:ext cx="7086600" cy="232375"/>
          </a:xfrm>
        </p:spPr>
        <p:txBody>
          <a:bodyPr lIns="0">
            <a:normAutofit/>
          </a:bodyPr>
          <a:lstStyle>
            <a:lvl1pPr marL="0" indent="0">
              <a:buNone/>
              <a:defRPr sz="1000"/>
            </a:lvl1pPr>
          </a:lstStyle>
          <a:p>
            <a:pPr lvl="0"/>
            <a:r>
              <a:rPr lang="en-AU" b="0" i="0" u="none" strike="noStrike">
                <a:solidFill>
                  <a:srgbClr val="000000"/>
                </a:solidFill>
                <a:effectLst/>
                <a:latin typeface="Arial" panose="020B0604020202020204" pitchFamily="34" charset="0"/>
              </a:rPr>
              <a:t>© State of Victoria (Department of Education) 2024</a:t>
            </a:r>
            <a:endParaRPr lang="en-US"/>
          </a:p>
        </p:txBody>
      </p:sp>
    </p:spTree>
    <p:extLst>
      <p:ext uri="{BB962C8B-B14F-4D97-AF65-F5344CB8AC3E}">
        <p14:creationId xmlns:p14="http://schemas.microsoft.com/office/powerpoint/2010/main" val="4230836874"/>
      </p:ext>
    </p:extLst>
  </p:cSld>
  <p:clrMapOvr>
    <a:masterClrMapping/>
  </p:clrMapOvr>
  <p:extLst>
    <p:ext uri="{DCECCB84-F9BA-43D5-87BE-67443E8EF086}">
      <p15:sldGuideLst xmlns:p15="http://schemas.microsoft.com/office/powerpoint/2012/main">
        <p15:guide id="1" orient="horz" pos="2863" userDrawn="1">
          <p15:clr>
            <a:srgbClr val="FBAE40"/>
          </p15:clr>
        </p15:guide>
        <p15:guide id="2" pos="4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228E1-591C-BB4C-C2B1-3B9B5BF82AE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D2E5C1-0862-4836-500E-C3E119E4971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F62B6488-56D5-91B6-3BED-32B77A4D5527}"/>
              </a:ext>
            </a:extLst>
          </p:cNvPr>
          <p:cNvSpPr>
            <a:spLocks noGrp="1"/>
          </p:cNvSpPr>
          <p:nvPr>
            <p:ph type="sldNum" sz="quarter" idx="12"/>
          </p:nvPr>
        </p:nvSpPr>
        <p:spPr/>
        <p:txBody>
          <a:bodyPr/>
          <a:lstStyle/>
          <a:p>
            <a:fld id="{FAD525E8-F7F6-0A4B-908A-5CD2D6A08293}" type="slidenum">
              <a:rPr lang="en-US" smtClean="0"/>
              <a:t>‹#›</a:t>
            </a:fld>
            <a:endParaRPr lang="en-US"/>
          </a:p>
        </p:txBody>
      </p:sp>
    </p:spTree>
    <p:extLst>
      <p:ext uri="{BB962C8B-B14F-4D97-AF65-F5344CB8AC3E}">
        <p14:creationId xmlns:p14="http://schemas.microsoft.com/office/powerpoint/2010/main" val="41423944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7DA83-CFFA-04D9-EB09-E1192C94064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A5D585F-E914-C641-8FF6-DDCA9FEA5E29}"/>
              </a:ext>
            </a:extLst>
          </p:cNvPr>
          <p:cNvSpPr>
            <a:spLocks noGrp="1"/>
          </p:cNvSpPr>
          <p:nvPr>
            <p:ph sz="half" idx="1"/>
          </p:nvPr>
        </p:nvSpPr>
        <p:spPr>
          <a:xfrm>
            <a:off x="803275" y="2168525"/>
            <a:ext cx="5113338" cy="37144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0A63688-D5C7-076C-E81B-DD9F9AC8C6D6}"/>
              </a:ext>
            </a:extLst>
          </p:cNvPr>
          <p:cNvSpPr>
            <a:spLocks noGrp="1"/>
          </p:cNvSpPr>
          <p:nvPr>
            <p:ph sz="half" idx="2"/>
          </p:nvPr>
        </p:nvSpPr>
        <p:spPr>
          <a:xfrm>
            <a:off x="6275389" y="2168525"/>
            <a:ext cx="5437186" cy="37144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Slide Number Placeholder 6">
            <a:extLst>
              <a:ext uri="{FF2B5EF4-FFF2-40B4-BE49-F238E27FC236}">
                <a16:creationId xmlns:a16="http://schemas.microsoft.com/office/drawing/2014/main" id="{F931F13F-B0F0-4B7E-2300-C51DE5611058}"/>
              </a:ext>
            </a:extLst>
          </p:cNvPr>
          <p:cNvSpPr>
            <a:spLocks noGrp="1"/>
          </p:cNvSpPr>
          <p:nvPr>
            <p:ph type="sldNum" sz="quarter" idx="12"/>
          </p:nvPr>
        </p:nvSpPr>
        <p:spPr/>
        <p:txBody>
          <a:bodyPr/>
          <a:lstStyle/>
          <a:p>
            <a:fld id="{FAD525E8-F7F6-0A4B-908A-5CD2D6A08293}" type="slidenum">
              <a:rPr lang="en-US" smtClean="0"/>
              <a:t>‹#›</a:t>
            </a:fld>
            <a:endParaRPr lang="en-US"/>
          </a:p>
        </p:txBody>
      </p:sp>
    </p:spTree>
    <p:extLst>
      <p:ext uri="{BB962C8B-B14F-4D97-AF65-F5344CB8AC3E}">
        <p14:creationId xmlns:p14="http://schemas.microsoft.com/office/powerpoint/2010/main" val="344430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75" userDrawn="1">
          <p15:clr>
            <a:srgbClr val="FBAE40"/>
          </p15:clr>
        </p15:guide>
        <p15:guide id="3" pos="50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6D0B-1F57-FE06-E1A7-15160132A8E2}"/>
              </a:ext>
            </a:extLst>
          </p:cNvPr>
          <p:cNvSpPr>
            <a:spLocks noGrp="1"/>
          </p:cNvSpPr>
          <p:nvPr>
            <p:ph type="title"/>
          </p:nvPr>
        </p:nvSpPr>
        <p:spPr>
          <a:xfrm>
            <a:off x="839788" y="1"/>
            <a:ext cx="10515600" cy="973776"/>
          </a:xfrm>
        </p:spPr>
        <p:txBody>
          <a:bodyPr>
            <a:normAutofit/>
          </a:bodyPr>
          <a:lstStyle>
            <a:lvl1pPr>
              <a:defRPr sz="28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14525B5-06F0-9D9F-A99D-4C2A33AA226B}"/>
              </a:ext>
            </a:extLst>
          </p:cNvPr>
          <p:cNvSpPr>
            <a:spLocks noGrp="1"/>
          </p:cNvSpPr>
          <p:nvPr>
            <p:ph type="body" idx="1"/>
          </p:nvPr>
        </p:nvSpPr>
        <p:spPr>
          <a:xfrm>
            <a:off x="803276" y="1681163"/>
            <a:ext cx="5113338" cy="82391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EB9748-04B6-2CB3-2A17-A4F528936D83}"/>
              </a:ext>
            </a:extLst>
          </p:cNvPr>
          <p:cNvSpPr>
            <a:spLocks noGrp="1"/>
          </p:cNvSpPr>
          <p:nvPr>
            <p:ph sz="half" idx="2"/>
          </p:nvPr>
        </p:nvSpPr>
        <p:spPr>
          <a:xfrm>
            <a:off x="803276" y="2785241"/>
            <a:ext cx="5113337" cy="3404422"/>
          </a:xfrm>
        </p:spPr>
        <p:txBody>
          <a:bodyPr/>
          <a:lstStyle>
            <a:lvl1pPr>
              <a:defRPr sz="2000"/>
            </a:lvl1pPr>
            <a:lvl2pPr>
              <a:defRPr sz="1800"/>
            </a:lvl2pPr>
            <a:lvl3pPr>
              <a:defRPr sz="1600"/>
            </a:lvl3pPr>
            <a:lvl4pPr>
              <a:defRPr sz="14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F03A0BA-A1BF-D041-E0AE-3C7F2E0A7C67}"/>
              </a:ext>
            </a:extLst>
          </p:cNvPr>
          <p:cNvSpPr>
            <a:spLocks noGrp="1"/>
          </p:cNvSpPr>
          <p:nvPr>
            <p:ph type="body" sz="quarter" idx="3"/>
          </p:nvPr>
        </p:nvSpPr>
        <p:spPr>
          <a:xfrm>
            <a:off x="6275388" y="1681163"/>
            <a:ext cx="5437186" cy="82391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559A17F-D6D9-E986-FB62-7DE42BE03E5E}"/>
              </a:ext>
            </a:extLst>
          </p:cNvPr>
          <p:cNvSpPr>
            <a:spLocks noGrp="1"/>
          </p:cNvSpPr>
          <p:nvPr>
            <p:ph sz="quarter" idx="4"/>
          </p:nvPr>
        </p:nvSpPr>
        <p:spPr>
          <a:xfrm>
            <a:off x="6275388" y="2785241"/>
            <a:ext cx="5437186" cy="3404422"/>
          </a:xfrm>
        </p:spPr>
        <p:txBody>
          <a:bodyPr/>
          <a:lstStyle>
            <a:lvl1pPr>
              <a:defRPr sz="2000"/>
            </a:lvl1pPr>
            <a:lvl2pPr>
              <a:defRPr sz="1800"/>
            </a:lvl2pPr>
            <a:lvl3pPr>
              <a:defRPr sz="1600"/>
            </a:lvl3pPr>
            <a:lvl4pPr>
              <a:defRPr sz="14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Slide Number Placeholder 8">
            <a:extLst>
              <a:ext uri="{FF2B5EF4-FFF2-40B4-BE49-F238E27FC236}">
                <a16:creationId xmlns:a16="http://schemas.microsoft.com/office/drawing/2014/main" id="{037CCF33-3C54-C4B3-02C5-15BB4187DFA1}"/>
              </a:ext>
            </a:extLst>
          </p:cNvPr>
          <p:cNvSpPr>
            <a:spLocks noGrp="1"/>
          </p:cNvSpPr>
          <p:nvPr>
            <p:ph type="sldNum" sz="quarter" idx="12"/>
          </p:nvPr>
        </p:nvSpPr>
        <p:spPr/>
        <p:txBody>
          <a:bodyPr/>
          <a:lstStyle/>
          <a:p>
            <a:fld id="{FAD525E8-F7F6-0A4B-908A-5CD2D6A08293}" type="slidenum">
              <a:rPr lang="en-US" smtClean="0"/>
              <a:t>‹#›</a:t>
            </a:fld>
            <a:endParaRPr lang="en-US"/>
          </a:p>
        </p:txBody>
      </p:sp>
    </p:spTree>
    <p:extLst>
      <p:ext uri="{BB962C8B-B14F-4D97-AF65-F5344CB8AC3E}">
        <p14:creationId xmlns:p14="http://schemas.microsoft.com/office/powerpoint/2010/main" val="1443610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1EAC-8A19-26EF-ED0A-818DE9A5B248}"/>
              </a:ext>
            </a:extLst>
          </p:cNvPr>
          <p:cNvSpPr>
            <a:spLocks noGrp="1"/>
          </p:cNvSpPr>
          <p:nvPr>
            <p:ph type="title"/>
          </p:nvPr>
        </p:nvSpPr>
        <p:spPr>
          <a:xfrm>
            <a:off x="803275" y="2016487"/>
            <a:ext cx="5113338" cy="516422"/>
          </a:xfrm>
        </p:spPr>
        <p:txBody>
          <a:bodyPr anchor="b"/>
          <a:lstStyle>
            <a:lvl1pPr>
              <a:defRPr sz="2800">
                <a:solidFill>
                  <a:schemeClr val="tx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43868CE-8D97-6B8D-B76C-BA4F27ED7D8F}"/>
              </a:ext>
            </a:extLst>
          </p:cNvPr>
          <p:cNvSpPr>
            <a:spLocks noGrp="1"/>
          </p:cNvSpPr>
          <p:nvPr>
            <p:ph idx="1"/>
          </p:nvPr>
        </p:nvSpPr>
        <p:spPr>
          <a:xfrm>
            <a:off x="6275388" y="2016486"/>
            <a:ext cx="5421312" cy="3600883"/>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0874932-77D3-6E42-696C-3D0A48B0F121}"/>
              </a:ext>
            </a:extLst>
          </p:cNvPr>
          <p:cNvSpPr>
            <a:spLocks noGrp="1"/>
          </p:cNvSpPr>
          <p:nvPr>
            <p:ph type="body" sz="half" idx="2"/>
          </p:nvPr>
        </p:nvSpPr>
        <p:spPr>
          <a:xfrm>
            <a:off x="803275" y="2776589"/>
            <a:ext cx="5113338" cy="28407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88B8E4BB-CAEE-A303-845E-BDE5297B185B}"/>
              </a:ext>
            </a:extLst>
          </p:cNvPr>
          <p:cNvSpPr>
            <a:spLocks noGrp="1"/>
          </p:cNvSpPr>
          <p:nvPr>
            <p:ph type="sldNum" sz="quarter" idx="12"/>
          </p:nvPr>
        </p:nvSpPr>
        <p:spPr/>
        <p:txBody>
          <a:bodyPr/>
          <a:lstStyle/>
          <a:p>
            <a:fld id="{FAD525E8-F7F6-0A4B-908A-5CD2D6A08293}" type="slidenum">
              <a:rPr lang="en-US" smtClean="0"/>
              <a:t>‹#›</a:t>
            </a:fld>
            <a:endParaRPr lang="en-US"/>
          </a:p>
        </p:txBody>
      </p:sp>
    </p:spTree>
    <p:extLst>
      <p:ext uri="{BB962C8B-B14F-4D97-AF65-F5344CB8AC3E}">
        <p14:creationId xmlns:p14="http://schemas.microsoft.com/office/powerpoint/2010/main" val="1377048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011CE-EB7A-FE6D-997F-957C3B151847}"/>
              </a:ext>
            </a:extLst>
          </p:cNvPr>
          <p:cNvSpPr>
            <a:spLocks noGrp="1"/>
          </p:cNvSpPr>
          <p:nvPr>
            <p:ph type="title"/>
          </p:nvPr>
        </p:nvSpPr>
        <p:spPr>
          <a:xfrm>
            <a:off x="803275" y="1531917"/>
            <a:ext cx="5113338" cy="1053866"/>
          </a:xfrm>
        </p:spPr>
        <p:txBody>
          <a:bodyPr anchor="b">
            <a:normAutofit/>
          </a:bodyPr>
          <a:lstStyle>
            <a:lvl1pPr>
              <a:defRPr sz="2800">
                <a:solidFill>
                  <a:schemeClr val="tx1"/>
                </a:solidFill>
              </a:defRPr>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9C9E950-600D-1D75-9B5A-2EE90A190041}"/>
              </a:ext>
            </a:extLst>
          </p:cNvPr>
          <p:cNvSpPr>
            <a:spLocks noGrp="1"/>
          </p:cNvSpPr>
          <p:nvPr>
            <p:ph type="pic" idx="1"/>
          </p:nvPr>
        </p:nvSpPr>
        <p:spPr>
          <a:xfrm>
            <a:off x="6275388" y="1531917"/>
            <a:ext cx="5437187" cy="4329133"/>
          </a:xfrm>
          <a:solidFill>
            <a:schemeClr val="accent6">
              <a:lumMod val="40000"/>
              <a:lumOff val="60000"/>
            </a:schemeClr>
          </a:solid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DE3729-6602-6729-BB7F-CBE2A67A704E}"/>
              </a:ext>
            </a:extLst>
          </p:cNvPr>
          <p:cNvSpPr>
            <a:spLocks noGrp="1"/>
          </p:cNvSpPr>
          <p:nvPr>
            <p:ph type="body" sz="half" idx="2"/>
          </p:nvPr>
        </p:nvSpPr>
        <p:spPr>
          <a:xfrm>
            <a:off x="803275" y="2895804"/>
            <a:ext cx="5113338" cy="30782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1BCAC601-1B47-CF5D-76ED-4D76303BFFCF}"/>
              </a:ext>
            </a:extLst>
          </p:cNvPr>
          <p:cNvSpPr>
            <a:spLocks noGrp="1"/>
          </p:cNvSpPr>
          <p:nvPr>
            <p:ph type="sldNum" sz="quarter" idx="12"/>
          </p:nvPr>
        </p:nvSpPr>
        <p:spPr/>
        <p:txBody>
          <a:bodyPr/>
          <a:lstStyle/>
          <a:p>
            <a:fld id="{FAD525E8-F7F6-0A4B-908A-5CD2D6A08293}" type="slidenum">
              <a:rPr lang="en-US" smtClean="0"/>
              <a:t>‹#›</a:t>
            </a:fld>
            <a:endParaRPr lang="en-US"/>
          </a:p>
        </p:txBody>
      </p:sp>
    </p:spTree>
    <p:extLst>
      <p:ext uri="{BB962C8B-B14F-4D97-AF65-F5344CB8AC3E}">
        <p14:creationId xmlns:p14="http://schemas.microsoft.com/office/powerpoint/2010/main" val="39886512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slideLayout" Target="../slideLayouts/slideLayout8.xml"/><Relationship Id="rId7"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B766E-A6EA-38A1-82D9-8F7F736A5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38FF04-6D74-D42A-0EC7-DD95DE83F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195ED8C8-9F52-B63D-2862-DDE18D7EFEFC}"/>
              </a:ext>
            </a:extLst>
          </p:cNvPr>
          <p:cNvSpPr txBox="1"/>
          <p:nvPr userDrawn="1">
            <p:extLst>
              <p:ext uri="{1162E1C5-73C7-4A58-AE30-91384D911F3F}">
                <p184:classification xmlns:p184="http://schemas.microsoft.com/office/powerpoint/2018/4/main" val="hdr"/>
              </p:ext>
            </p:extLst>
          </p:nvPr>
        </p:nvSpPr>
        <p:spPr>
          <a:xfrm>
            <a:off x="5820537" y="63500"/>
            <a:ext cx="585788" cy="182880"/>
          </a:xfrm>
          <a:prstGeom prst="rect">
            <a:avLst/>
          </a:prstGeom>
        </p:spPr>
        <p:txBody>
          <a:bodyPr horzOverflow="overflow" lIns="0" tIns="0" rIns="0" bIns="0">
            <a:spAutoFit/>
          </a:bodyPr>
          <a:lstStyle/>
          <a:p>
            <a:pPr algn="l"/>
            <a:r>
              <a:rPr lang="en-AU" sz="1200">
                <a:solidFill>
                  <a:srgbClr val="00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1229249199"/>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687" r:id="rId3"/>
    <p:sldLayoutId id="2147483688" r:id="rId4"/>
    <p:sldLayoutId id="2147483689" r:id="rId5"/>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BD0AF1E-6BAC-44BD-5773-142FCF9F7B8A}"/>
              </a:ext>
            </a:extLst>
          </p:cNvPr>
          <p:cNvPicPr>
            <a:picLocks noChangeAspect="1"/>
          </p:cNvPicPr>
          <p:nvPr userDrawn="1"/>
        </p:nvPicPr>
        <p:blipFill>
          <a:blip r:embed="rId7">
            <a:extLst>
              <a:ext uri="{96DAC541-7B7A-43D3-8B79-37D633B846F1}">
                <asvg:svgBlip xmlns:asvg="http://schemas.microsoft.com/office/drawing/2016/SVG/main" r:embed="rId8"/>
              </a:ext>
            </a:extLst>
          </a:blip>
          <a:srcRect/>
          <a:stretch/>
        </p:blipFill>
        <p:spPr>
          <a:xfrm>
            <a:off x="0" y="0"/>
            <a:ext cx="12192000" cy="977900"/>
          </a:xfrm>
          <a:prstGeom prst="rect">
            <a:avLst/>
          </a:prstGeom>
        </p:spPr>
      </p:pic>
      <p:sp>
        <p:nvSpPr>
          <p:cNvPr id="2" name="Title Placeholder 1">
            <a:extLst>
              <a:ext uri="{FF2B5EF4-FFF2-40B4-BE49-F238E27FC236}">
                <a16:creationId xmlns:a16="http://schemas.microsoft.com/office/drawing/2014/main" id="{6ED1028C-5405-E1C5-E9E6-F9D587934B4B}"/>
              </a:ext>
            </a:extLst>
          </p:cNvPr>
          <p:cNvSpPr>
            <a:spLocks noGrp="1"/>
          </p:cNvSpPr>
          <p:nvPr>
            <p:ph type="title"/>
          </p:nvPr>
        </p:nvSpPr>
        <p:spPr>
          <a:xfrm>
            <a:off x="803275" y="1"/>
            <a:ext cx="10550525" cy="977899"/>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7AB9123-66E1-4F4A-5AA6-AE0BC13C781B}"/>
              </a:ext>
            </a:extLst>
          </p:cNvPr>
          <p:cNvSpPr>
            <a:spLocks noGrp="1"/>
          </p:cNvSpPr>
          <p:nvPr>
            <p:ph type="body" idx="1"/>
          </p:nvPr>
        </p:nvSpPr>
        <p:spPr>
          <a:xfrm>
            <a:off x="803275" y="2168525"/>
            <a:ext cx="10909299" cy="40084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B1A1FA39-07C5-C41D-7A81-CB801353B22E}"/>
              </a:ext>
            </a:extLst>
          </p:cNvPr>
          <p:cNvSpPr>
            <a:spLocks noGrp="1"/>
          </p:cNvSpPr>
          <p:nvPr>
            <p:ph type="sldNum" sz="quarter" idx="4"/>
          </p:nvPr>
        </p:nvSpPr>
        <p:spPr>
          <a:xfrm>
            <a:off x="8610600" y="6356350"/>
            <a:ext cx="310197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D525E8-F7F6-0A4B-908A-5CD2D6A08293}" type="slidenum">
              <a:rPr lang="en-US" smtClean="0"/>
              <a:t>‹#›</a:t>
            </a:fld>
            <a:endParaRPr lang="en-US"/>
          </a:p>
        </p:txBody>
      </p:sp>
      <p:sp>
        <p:nvSpPr>
          <p:cNvPr id="5" name="TextBox 4">
            <a:extLst>
              <a:ext uri="{FF2B5EF4-FFF2-40B4-BE49-F238E27FC236}">
                <a16:creationId xmlns:a16="http://schemas.microsoft.com/office/drawing/2014/main" id="{D92DE0C9-94D2-D9E5-5538-1F093F3405BA}"/>
              </a:ext>
            </a:extLst>
          </p:cNvPr>
          <p:cNvSpPr txBox="1"/>
          <p:nvPr userDrawn="1">
            <p:extLst>
              <p:ext uri="{1162E1C5-73C7-4A58-AE30-91384D911F3F}">
                <p184:classification xmlns:p184="http://schemas.microsoft.com/office/powerpoint/2018/4/main" val="hdr"/>
              </p:ext>
            </p:extLst>
          </p:nvPr>
        </p:nvSpPr>
        <p:spPr>
          <a:xfrm>
            <a:off x="5820537" y="63500"/>
            <a:ext cx="585788" cy="182880"/>
          </a:xfrm>
          <a:prstGeom prst="rect">
            <a:avLst/>
          </a:prstGeom>
        </p:spPr>
        <p:txBody>
          <a:bodyPr horzOverflow="overflow" lIns="0" tIns="0" rIns="0" bIns="0">
            <a:spAutoFit/>
          </a:bodyPr>
          <a:lstStyle/>
          <a:p>
            <a:pPr algn="l"/>
            <a:r>
              <a:rPr lang="en-AU" sz="1200">
                <a:solidFill>
                  <a:srgbClr val="00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1973797966"/>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69" r:id="rId3"/>
    <p:sldLayoutId id="2147483672" r:id="rId4"/>
    <p:sldLayoutId id="2147483690" r:id="rId5"/>
  </p:sldLayoutIdLs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78" userDrawn="1">
          <p15:clr>
            <a:srgbClr val="F26B43"/>
          </p15:clr>
        </p15:guide>
        <p15:guide id="2" orient="horz" pos="2160" userDrawn="1">
          <p15:clr>
            <a:srgbClr val="F26B43"/>
          </p15:clr>
        </p15:guide>
        <p15:guide id="4" pos="506" userDrawn="1">
          <p15:clr>
            <a:srgbClr val="F26B43"/>
          </p15:clr>
        </p15:guide>
        <p15:guide id="5" orient="horz" pos="1366" userDrawn="1">
          <p15:clr>
            <a:srgbClr val="F26B43"/>
          </p15:clr>
        </p15:guide>
        <p15:guide id="6" pos="3840" userDrawn="1">
          <p15:clr>
            <a:srgbClr val="F26B43"/>
          </p15:clr>
        </p15:guide>
        <p15:guide id="7" pos="3953" userDrawn="1">
          <p15:clr>
            <a:srgbClr val="F26B43"/>
          </p15:clr>
        </p15:guide>
        <p15:guide id="8" pos="372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872711-1672-8709-0817-84E23A6D2E3D}"/>
              </a:ext>
            </a:extLst>
          </p:cNvPr>
          <p:cNvSpPr>
            <a:spLocks noGrp="1"/>
          </p:cNvSpPr>
          <p:nvPr>
            <p:ph type="ctrTitle"/>
          </p:nvPr>
        </p:nvSpPr>
        <p:spPr/>
        <p:txBody>
          <a:bodyPr>
            <a:normAutofit/>
          </a:bodyPr>
          <a:lstStyle/>
          <a:p>
            <a:r>
              <a:rPr lang="en-US" sz="2800" dirty="0"/>
              <a:t>Brief Connect</a:t>
            </a:r>
          </a:p>
        </p:txBody>
      </p:sp>
      <p:sp>
        <p:nvSpPr>
          <p:cNvPr id="5" name="Subtitle 4">
            <a:extLst>
              <a:ext uri="{FF2B5EF4-FFF2-40B4-BE49-F238E27FC236}">
                <a16:creationId xmlns:a16="http://schemas.microsoft.com/office/drawing/2014/main" id="{94FA2683-A1CA-91A1-F539-18C57B431A23}"/>
              </a:ext>
            </a:extLst>
          </p:cNvPr>
          <p:cNvSpPr>
            <a:spLocks noGrp="1"/>
          </p:cNvSpPr>
          <p:nvPr>
            <p:ph type="subTitle" idx="1"/>
          </p:nvPr>
        </p:nvSpPr>
        <p:spPr>
          <a:xfrm>
            <a:off x="839788" y="5990165"/>
            <a:ext cx="9604202" cy="533466"/>
          </a:xfrm>
        </p:spPr>
        <p:txBody>
          <a:bodyPr vert="horz" lIns="0" tIns="0" rIns="0" bIns="0" rtlCol="0" anchor="t">
            <a:normAutofit/>
          </a:bodyPr>
          <a:lstStyle/>
          <a:p>
            <a:r>
              <a:rPr lang="en-US" dirty="0"/>
              <a:t>BC User Acceptance Testing – Sprint Cycle 1 to 5 &amp; End to End Regression Testing</a:t>
            </a:r>
            <a:endParaRPr lang="en-US" sz="2000" dirty="0"/>
          </a:p>
        </p:txBody>
      </p:sp>
      <p:sp>
        <p:nvSpPr>
          <p:cNvPr id="2" name="TextBox 1">
            <a:extLst>
              <a:ext uri="{FF2B5EF4-FFF2-40B4-BE49-F238E27FC236}">
                <a16:creationId xmlns:a16="http://schemas.microsoft.com/office/drawing/2014/main" id="{B8072E40-5104-92DC-1A0B-8976BA1190CF}"/>
              </a:ext>
            </a:extLst>
          </p:cNvPr>
          <p:cNvSpPr txBox="1"/>
          <p:nvPr/>
        </p:nvSpPr>
        <p:spPr>
          <a:xfrm>
            <a:off x="10204607" y="6256898"/>
            <a:ext cx="1851269" cy="369332"/>
          </a:xfrm>
          <a:prstGeom prst="rect">
            <a:avLst/>
          </a:prstGeom>
          <a:noFill/>
        </p:spPr>
        <p:txBody>
          <a:bodyPr wrap="square" lIns="91440" tIns="45720" rIns="91440" bIns="45720" rtlCol="0" anchor="t">
            <a:spAutoFit/>
          </a:bodyPr>
          <a:lstStyle/>
          <a:p>
            <a:r>
              <a:rPr lang="en-AU"/>
              <a:t>December 2024</a:t>
            </a:r>
          </a:p>
        </p:txBody>
      </p:sp>
    </p:spTree>
    <p:extLst>
      <p:ext uri="{BB962C8B-B14F-4D97-AF65-F5344CB8AC3E}">
        <p14:creationId xmlns:p14="http://schemas.microsoft.com/office/powerpoint/2010/main" val="1210882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537E2E4-3C49-C8A0-D784-51DB8579C01A}"/>
              </a:ext>
            </a:extLst>
          </p:cNvPr>
          <p:cNvSpPr>
            <a:spLocks noGrp="1"/>
          </p:cNvSpPr>
          <p:nvPr>
            <p:ph type="title"/>
          </p:nvPr>
        </p:nvSpPr>
        <p:spPr>
          <a:xfrm>
            <a:off x="803275" y="1"/>
            <a:ext cx="4824639" cy="977899"/>
          </a:xfrm>
        </p:spPr>
        <p:txBody>
          <a:bodyPr/>
          <a:lstStyle/>
          <a:p>
            <a:r>
              <a:rPr lang="en-GB" b="1" dirty="0"/>
              <a:t>About this document</a:t>
            </a:r>
            <a:br>
              <a:rPr lang="en-AU" b="1" dirty="0"/>
            </a:br>
            <a:endParaRPr lang="en-US" dirty="0"/>
          </a:p>
        </p:txBody>
      </p:sp>
      <p:sp>
        <p:nvSpPr>
          <p:cNvPr id="11" name="Content Placeholder 2">
            <a:extLst>
              <a:ext uri="{FF2B5EF4-FFF2-40B4-BE49-F238E27FC236}">
                <a16:creationId xmlns:a16="http://schemas.microsoft.com/office/drawing/2014/main" id="{242439EB-2AD1-992A-3625-ECEC70F9236D}"/>
              </a:ext>
            </a:extLst>
          </p:cNvPr>
          <p:cNvSpPr>
            <a:spLocks noGrp="1"/>
          </p:cNvSpPr>
          <p:nvPr>
            <p:ph idx="1"/>
          </p:nvPr>
        </p:nvSpPr>
        <p:spPr>
          <a:xfrm>
            <a:off x="718457" y="1121229"/>
            <a:ext cx="10994117" cy="5617028"/>
          </a:xfrm>
        </p:spPr>
        <p:txBody>
          <a:bodyPr>
            <a:normAutofit/>
          </a:bodyPr>
          <a:lstStyle/>
          <a:p>
            <a:pPr marL="0" indent="0">
              <a:buNone/>
            </a:pPr>
            <a:r>
              <a:rPr lang="en-AU"/>
              <a:t>This </a:t>
            </a:r>
            <a:r>
              <a:rPr lang="en-AU" dirty="0"/>
              <a:t>Test Plan defines the approach to UAT prior to deployment into production to ensure the solution is fit for purpose, meets business requirements, and is of high quality. The strategy outlined in this document covers the scope, approach, responsibilities, and success criteria for testing to support a reliable and successful production release.</a:t>
            </a:r>
          </a:p>
          <a:p>
            <a:pPr marL="0" indent="0">
              <a:buNone/>
            </a:pPr>
            <a:endParaRPr lang="en-AU" dirty="0"/>
          </a:p>
          <a:p>
            <a:pPr lvl="0"/>
            <a:r>
              <a:rPr lang="en-GB" b="1" dirty="0"/>
              <a:t>Requirements Scope</a:t>
            </a:r>
            <a:r>
              <a:rPr lang="en-GB" dirty="0"/>
              <a:t>: </a:t>
            </a:r>
            <a:r>
              <a:rPr lang="en-AU" dirty="0"/>
              <a:t>Brief Connect requirements</a:t>
            </a:r>
          </a:p>
          <a:p>
            <a:pPr lvl="0"/>
            <a:r>
              <a:rPr lang="en-GB" b="1" dirty="0"/>
              <a:t>Testing Scope</a:t>
            </a:r>
            <a:r>
              <a:rPr lang="en-GB" dirty="0"/>
              <a:t>: The scope and types of testing that will be undertaken at UAT</a:t>
            </a:r>
            <a:endParaRPr lang="en-AU" dirty="0"/>
          </a:p>
          <a:p>
            <a:pPr lvl="0"/>
            <a:r>
              <a:rPr lang="en-GB" b="1" dirty="0"/>
              <a:t>Environments</a:t>
            </a:r>
            <a:r>
              <a:rPr lang="en-GB" dirty="0"/>
              <a:t>: </a:t>
            </a:r>
            <a:r>
              <a:rPr lang="en-AU" dirty="0"/>
              <a:t>UAT</a:t>
            </a:r>
          </a:p>
          <a:p>
            <a:pPr lvl="0"/>
            <a:r>
              <a:rPr lang="en-GB" b="1" dirty="0"/>
              <a:t>Roles and Responsibilities: </a:t>
            </a:r>
            <a:r>
              <a:rPr lang="en-AU" dirty="0"/>
              <a:t>UAT users with specific roles</a:t>
            </a:r>
          </a:p>
          <a:p>
            <a:pPr lvl="0"/>
            <a:r>
              <a:rPr lang="en-GB" b="1" dirty="0"/>
              <a:t>Test Tooling: </a:t>
            </a:r>
            <a:r>
              <a:rPr lang="en-AU" dirty="0"/>
              <a:t>Azure DevOps</a:t>
            </a:r>
          </a:p>
          <a:p>
            <a:endParaRPr lang="en-US" dirty="0"/>
          </a:p>
        </p:txBody>
      </p:sp>
    </p:spTree>
    <p:extLst>
      <p:ext uri="{BB962C8B-B14F-4D97-AF65-F5344CB8AC3E}">
        <p14:creationId xmlns:p14="http://schemas.microsoft.com/office/powerpoint/2010/main" val="1430604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44720-60A4-715F-C467-8D5762CD1538}"/>
              </a:ext>
            </a:extLst>
          </p:cNvPr>
          <p:cNvSpPr>
            <a:spLocks noGrp="1"/>
          </p:cNvSpPr>
          <p:nvPr>
            <p:ph type="title"/>
          </p:nvPr>
        </p:nvSpPr>
        <p:spPr/>
        <p:txBody>
          <a:bodyPr/>
          <a:lstStyle/>
          <a:p>
            <a:r>
              <a:rPr lang="en-AU" dirty="0"/>
              <a:t>BC Sprint Cycle 1 - Completed</a:t>
            </a:r>
          </a:p>
        </p:txBody>
      </p:sp>
      <p:sp>
        <p:nvSpPr>
          <p:cNvPr id="3" name="Content Placeholder 2">
            <a:extLst>
              <a:ext uri="{FF2B5EF4-FFF2-40B4-BE49-F238E27FC236}">
                <a16:creationId xmlns:a16="http://schemas.microsoft.com/office/drawing/2014/main" id="{2A64DEB0-B7B9-217B-7B3C-7767BF3798AC}"/>
              </a:ext>
            </a:extLst>
          </p:cNvPr>
          <p:cNvSpPr>
            <a:spLocks noGrp="1"/>
          </p:cNvSpPr>
          <p:nvPr>
            <p:ph sz="half" idx="1"/>
          </p:nvPr>
        </p:nvSpPr>
        <p:spPr>
          <a:xfrm>
            <a:off x="649995" y="977900"/>
            <a:ext cx="11058096" cy="5573729"/>
          </a:xfrm>
        </p:spPr>
        <p:txBody>
          <a:bodyPr vert="horz" lIns="91440" tIns="45720" rIns="91440" bIns="45720" rtlCol="0" anchor="t">
            <a:normAutofit fontScale="70000" lnSpcReduction="20000"/>
          </a:bodyPr>
          <a:lstStyle/>
          <a:p>
            <a:pPr marL="0" lvl="0" indent="0">
              <a:lnSpc>
                <a:spcPct val="115000"/>
              </a:lnSpc>
              <a:buNone/>
            </a:pPr>
            <a:endParaRPr lang="en-AU" sz="2000" b="1" kern="100" dirty="0">
              <a:effectLst/>
              <a:ea typeface="Aptos" panose="020B0004020202020204" pitchFamily="34" charset="0"/>
              <a:cs typeface="Times New Roman"/>
            </a:endParaRPr>
          </a:p>
          <a:p>
            <a:pPr marL="0" lvl="0" indent="0">
              <a:lnSpc>
                <a:spcPct val="115000"/>
              </a:lnSpc>
              <a:buNone/>
            </a:pPr>
            <a:r>
              <a:rPr lang="en-AU" sz="2000" b="1" kern="100" dirty="0">
                <a:effectLst/>
                <a:ea typeface="Aptos" panose="020B0004020202020204" pitchFamily="34" charset="0"/>
                <a:cs typeface="Times New Roman"/>
              </a:rPr>
              <a:t>The following </a:t>
            </a:r>
            <a:r>
              <a:rPr lang="en-AU" sz="2000" b="1" kern="100" dirty="0">
                <a:ea typeface="Aptos" panose="020B0004020202020204" pitchFamily="34" charset="0"/>
                <a:cs typeface="Times New Roman"/>
              </a:rPr>
              <a:t>user stories </a:t>
            </a:r>
            <a:r>
              <a:rPr lang="en-AU" sz="2000" b="1" kern="100" dirty="0">
                <a:effectLst/>
                <a:ea typeface="Aptos" panose="020B0004020202020204" pitchFamily="34" charset="0"/>
                <a:cs typeface="Times New Roman"/>
              </a:rPr>
              <a:t>are included in BC Sprint Cycle </a:t>
            </a:r>
            <a:r>
              <a:rPr lang="en-AU" sz="2000" b="1" kern="100" dirty="0">
                <a:ea typeface="Aptos" panose="020B0004020202020204" pitchFamily="34" charset="0"/>
                <a:cs typeface="Times New Roman"/>
              </a:rPr>
              <a:t>1</a:t>
            </a:r>
            <a:r>
              <a:rPr lang="en-AU" sz="2000" b="1" kern="100" dirty="0">
                <a:effectLst/>
                <a:ea typeface="Aptos" panose="020B0004020202020204" pitchFamily="34" charset="0"/>
                <a:cs typeface="Times New Roman"/>
              </a:rPr>
              <a:t>:</a:t>
            </a:r>
          </a:p>
          <a:p>
            <a:pPr marL="0" lvl="0" indent="0">
              <a:lnSpc>
                <a:spcPct val="115000"/>
              </a:lnSpc>
              <a:buNone/>
            </a:pPr>
            <a:endParaRPr lang="en-AU" sz="2000" b="1" kern="100" dirty="0">
              <a:effectLst/>
              <a:ea typeface="Aptos" panose="020B0004020202020204" pitchFamily="34" charset="0"/>
              <a:cs typeface="Times New Roman"/>
            </a:endParaRPr>
          </a:p>
          <a:p>
            <a:pPr marL="800100" lvl="2" indent="-342900">
              <a:lnSpc>
                <a:spcPct val="120000"/>
              </a:lnSpc>
              <a:spcBef>
                <a:spcPts val="1000"/>
              </a:spcBef>
              <a:spcAft>
                <a:spcPts val="800"/>
              </a:spcAft>
            </a:pPr>
            <a:r>
              <a:rPr lang="en-AU" sz="2300" kern="100" dirty="0" err="1">
                <a:cs typeface="Times New Roman"/>
              </a:rPr>
              <a:t>Combobox</a:t>
            </a:r>
            <a:r>
              <a:rPr lang="en-AU" sz="2300" kern="100" dirty="0">
                <a:cs typeface="Times New Roman"/>
              </a:rPr>
              <a:t> search for large datasets</a:t>
            </a:r>
          </a:p>
          <a:p>
            <a:pPr marL="800100" lvl="2" indent="-342900">
              <a:lnSpc>
                <a:spcPct val="120000"/>
              </a:lnSpc>
              <a:spcBef>
                <a:spcPts val="1000"/>
              </a:spcBef>
              <a:spcAft>
                <a:spcPts val="800"/>
              </a:spcAft>
            </a:pPr>
            <a:r>
              <a:rPr lang="en-AU" sz="2300" kern="100" dirty="0">
                <a:cs typeface="Times New Roman"/>
              </a:rPr>
              <a:t>Collapse/hide the correspondence file information on subsequent screens</a:t>
            </a:r>
          </a:p>
          <a:p>
            <a:pPr marL="800100" lvl="2" indent="-342900">
              <a:lnSpc>
                <a:spcPct val="120000"/>
              </a:lnSpc>
              <a:spcBef>
                <a:spcPts val="1000"/>
              </a:spcBef>
              <a:spcAft>
                <a:spcPts val="800"/>
              </a:spcAft>
            </a:pPr>
            <a:r>
              <a:rPr lang="en-AU" sz="2300" kern="100" dirty="0">
                <a:cs typeface="Times New Roman"/>
              </a:rPr>
              <a:t>Show full column title in popover on column header hover - Dashboard</a:t>
            </a:r>
          </a:p>
          <a:p>
            <a:pPr marL="800100" lvl="2" indent="-342900">
              <a:lnSpc>
                <a:spcPct val="120000"/>
              </a:lnSpc>
              <a:spcBef>
                <a:spcPts val="1000"/>
              </a:spcBef>
              <a:spcAft>
                <a:spcPts val="800"/>
              </a:spcAft>
            </a:pPr>
            <a:r>
              <a:rPr lang="en-AU" sz="2300" kern="100" dirty="0">
                <a:cs typeface="Times New Roman"/>
              </a:rPr>
              <a:t>Update dropdown values</a:t>
            </a:r>
          </a:p>
          <a:p>
            <a:pPr marL="800100" lvl="2" indent="-342900">
              <a:lnSpc>
                <a:spcPct val="120000"/>
              </a:lnSpc>
              <a:spcBef>
                <a:spcPts val="1000"/>
              </a:spcBef>
              <a:spcAft>
                <a:spcPts val="800"/>
              </a:spcAft>
            </a:pPr>
            <a:r>
              <a:rPr lang="en-AU" sz="2300" kern="100" dirty="0">
                <a:cs typeface="Times New Roman"/>
              </a:rPr>
              <a:t>Make all comments optional</a:t>
            </a:r>
          </a:p>
          <a:p>
            <a:pPr marL="800100" lvl="2" indent="-342900">
              <a:lnSpc>
                <a:spcPct val="120000"/>
              </a:lnSpc>
              <a:spcBef>
                <a:spcPts val="1000"/>
              </a:spcBef>
              <a:spcAft>
                <a:spcPts val="800"/>
              </a:spcAft>
            </a:pPr>
            <a:r>
              <a:rPr lang="en-AU" sz="2300" kern="100" dirty="0">
                <a:cs typeface="Times New Roman"/>
              </a:rPr>
              <a:t>Open documents in a new browser tab</a:t>
            </a:r>
          </a:p>
          <a:p>
            <a:pPr marL="800100" lvl="2" indent="-342900">
              <a:lnSpc>
                <a:spcPct val="120000"/>
              </a:lnSpc>
              <a:spcBef>
                <a:spcPts val="1000"/>
              </a:spcBef>
              <a:spcAft>
                <a:spcPts val="800"/>
              </a:spcAft>
            </a:pPr>
            <a:r>
              <a:rPr lang="en-AU" sz="2300" kern="100" dirty="0">
                <a:cs typeface="Times New Roman"/>
              </a:rPr>
              <a:t>NEW - Reword Descriptions for Document Headings</a:t>
            </a:r>
          </a:p>
          <a:p>
            <a:pPr marL="800100" lvl="2" indent="-342900">
              <a:lnSpc>
                <a:spcPct val="120000"/>
              </a:lnSpc>
              <a:spcBef>
                <a:spcPts val="1000"/>
              </a:spcBef>
              <a:spcAft>
                <a:spcPts val="800"/>
              </a:spcAft>
            </a:pPr>
            <a:r>
              <a:rPr lang="en-AU" sz="2300" kern="100" dirty="0">
                <a:cs typeface="Times New Roman"/>
              </a:rPr>
              <a:t>NEW - Create the CC Role</a:t>
            </a:r>
          </a:p>
          <a:p>
            <a:pPr marL="457200" lvl="2" indent="0">
              <a:lnSpc>
                <a:spcPct val="115000"/>
              </a:lnSpc>
              <a:spcBef>
                <a:spcPts val="1000"/>
              </a:spcBef>
              <a:spcAft>
                <a:spcPts val="800"/>
              </a:spcAft>
              <a:buNone/>
            </a:pPr>
            <a:r>
              <a:rPr lang="en-AU" sz="2600" b="1" kern="100" dirty="0">
                <a:effectLst/>
                <a:latin typeface="Aptos" panose="020B0004020202020204" pitchFamily="34" charset="0"/>
                <a:ea typeface="Aptos" panose="020B0004020202020204" pitchFamily="34" charset="0"/>
                <a:cs typeface="Times New Roman"/>
              </a:rPr>
              <a:t>Outco</a:t>
            </a:r>
            <a:r>
              <a:rPr lang="en-AU" sz="2600" b="1" kern="100" dirty="0">
                <a:latin typeface="Aptos" panose="020B0004020202020204" pitchFamily="34" charset="0"/>
                <a:ea typeface="Aptos" panose="020B0004020202020204" pitchFamily="34" charset="0"/>
                <a:cs typeface="Times New Roman"/>
              </a:rPr>
              <a:t>me: </a:t>
            </a:r>
            <a:r>
              <a:rPr lang="en-AU" sz="2600" dirty="0">
                <a:effectLst/>
                <a:latin typeface="Aptos" panose="020B0004020202020204" pitchFamily="34" charset="0"/>
                <a:ea typeface="Aptos" panose="020B0004020202020204" pitchFamily="34" charset="0"/>
                <a:cs typeface="Aptos" panose="020B0004020202020204" pitchFamily="34" charset="0"/>
              </a:rPr>
              <a:t>We have completed the UAT for Sprint 1, analysed the results, raised defects where required.</a:t>
            </a:r>
          </a:p>
          <a:p>
            <a:pPr marL="800100" lvl="2" indent="-342900">
              <a:lnSpc>
                <a:spcPct val="115000"/>
              </a:lnSpc>
              <a:spcBef>
                <a:spcPts val="1000"/>
              </a:spcBef>
              <a:spcAft>
                <a:spcPts val="800"/>
              </a:spcAft>
              <a:buFont typeface="Symbol" panose="05050102010706020507" pitchFamily="18" charset="2"/>
              <a:buChar char=""/>
            </a:pPr>
            <a:endParaRPr lang="en-AU" kern="100" dirty="0">
              <a:cs typeface="Times New Roman"/>
            </a:endParaRPr>
          </a:p>
          <a:p>
            <a:pPr>
              <a:buAutoNum type="arabicPeriod"/>
            </a:pPr>
            <a:endParaRPr lang="en-AU" dirty="0">
              <a:cs typeface="Arial"/>
            </a:endParaRPr>
          </a:p>
        </p:txBody>
      </p:sp>
    </p:spTree>
    <p:extLst>
      <p:ext uri="{BB962C8B-B14F-4D97-AF65-F5344CB8AC3E}">
        <p14:creationId xmlns:p14="http://schemas.microsoft.com/office/powerpoint/2010/main" val="2271882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54DE-C8D3-7376-0548-40B3F6B0D2F7}"/>
              </a:ext>
            </a:extLst>
          </p:cNvPr>
          <p:cNvSpPr>
            <a:spLocks noGrp="1"/>
          </p:cNvSpPr>
          <p:nvPr>
            <p:ph type="title"/>
          </p:nvPr>
        </p:nvSpPr>
        <p:spPr/>
        <p:txBody>
          <a:bodyPr/>
          <a:lstStyle/>
          <a:p>
            <a:r>
              <a:rPr lang="en-US" dirty="0">
                <a:solidFill>
                  <a:srgbClr val="000000"/>
                </a:solidFill>
              </a:rPr>
              <a:t>User Acceptance Testing Execution Result – Sprint Cycle 1</a:t>
            </a:r>
            <a:endParaRPr lang="en-AU" dirty="0">
              <a:solidFill>
                <a:srgbClr val="000000"/>
              </a:solidFill>
            </a:endParaRPr>
          </a:p>
        </p:txBody>
      </p:sp>
      <p:sp>
        <p:nvSpPr>
          <p:cNvPr id="6" name="Content Placeholder 3">
            <a:extLst>
              <a:ext uri="{FF2B5EF4-FFF2-40B4-BE49-F238E27FC236}">
                <a16:creationId xmlns:a16="http://schemas.microsoft.com/office/drawing/2014/main" id="{3973322F-F104-A64B-4145-7930633301A5}"/>
              </a:ext>
            </a:extLst>
          </p:cNvPr>
          <p:cNvSpPr txBox="1">
            <a:spLocks/>
          </p:cNvSpPr>
          <p:nvPr/>
        </p:nvSpPr>
        <p:spPr>
          <a:xfrm>
            <a:off x="307211" y="995372"/>
            <a:ext cx="9818095" cy="5954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a:t> </a:t>
            </a:r>
          </a:p>
        </p:txBody>
      </p:sp>
      <p:graphicFrame>
        <p:nvGraphicFramePr>
          <p:cNvPr id="5" name="Table 4">
            <a:extLst>
              <a:ext uri="{FF2B5EF4-FFF2-40B4-BE49-F238E27FC236}">
                <a16:creationId xmlns:a16="http://schemas.microsoft.com/office/drawing/2014/main" id="{61950235-FEE0-8BB7-587C-B3B7A729AFD9}"/>
              </a:ext>
            </a:extLst>
          </p:cNvPr>
          <p:cNvGraphicFramePr>
            <a:graphicFrameLocks noGrp="1"/>
          </p:cNvGraphicFramePr>
          <p:nvPr>
            <p:extLst>
              <p:ext uri="{D42A27DB-BD31-4B8C-83A1-F6EECF244321}">
                <p14:modId xmlns:p14="http://schemas.microsoft.com/office/powerpoint/2010/main" val="3721231752"/>
              </p:ext>
            </p:extLst>
          </p:nvPr>
        </p:nvGraphicFramePr>
        <p:xfrm>
          <a:off x="892629" y="1415143"/>
          <a:ext cx="10145485" cy="4447479"/>
        </p:xfrm>
        <a:graphic>
          <a:graphicData uri="http://schemas.openxmlformats.org/drawingml/2006/table">
            <a:tbl>
              <a:tblPr/>
              <a:tblGrid>
                <a:gridCol w="1006804">
                  <a:extLst>
                    <a:ext uri="{9D8B030D-6E8A-4147-A177-3AD203B41FA5}">
                      <a16:colId xmlns:a16="http://schemas.microsoft.com/office/drawing/2014/main" val="3994819312"/>
                    </a:ext>
                  </a:extLst>
                </a:gridCol>
                <a:gridCol w="712507">
                  <a:extLst>
                    <a:ext uri="{9D8B030D-6E8A-4147-A177-3AD203B41FA5}">
                      <a16:colId xmlns:a16="http://schemas.microsoft.com/office/drawing/2014/main" val="204992132"/>
                    </a:ext>
                  </a:extLst>
                </a:gridCol>
                <a:gridCol w="4197597">
                  <a:extLst>
                    <a:ext uri="{9D8B030D-6E8A-4147-A177-3AD203B41FA5}">
                      <a16:colId xmlns:a16="http://schemas.microsoft.com/office/drawing/2014/main" val="2709966123"/>
                    </a:ext>
                  </a:extLst>
                </a:gridCol>
                <a:gridCol w="2307905">
                  <a:extLst>
                    <a:ext uri="{9D8B030D-6E8A-4147-A177-3AD203B41FA5}">
                      <a16:colId xmlns:a16="http://schemas.microsoft.com/office/drawing/2014/main" val="625108421"/>
                    </a:ext>
                  </a:extLst>
                </a:gridCol>
                <a:gridCol w="1920672">
                  <a:extLst>
                    <a:ext uri="{9D8B030D-6E8A-4147-A177-3AD203B41FA5}">
                      <a16:colId xmlns:a16="http://schemas.microsoft.com/office/drawing/2014/main" val="3116760833"/>
                    </a:ext>
                  </a:extLst>
                </a:gridCol>
              </a:tblGrid>
              <a:tr h="361907">
                <a:tc>
                  <a:txBody>
                    <a:bodyPr/>
                    <a:lstStyle/>
                    <a:p>
                      <a:pPr algn="ctr" fontAlgn="ctr">
                        <a:buNone/>
                      </a:pPr>
                      <a:r>
                        <a:rPr lang="en-AU" sz="1100" b="1" i="0" u="none" strike="noStrike">
                          <a:solidFill>
                            <a:srgbClr val="000000"/>
                          </a:solidFill>
                          <a:effectLst/>
                          <a:latin typeface="Aptos Narrow" panose="020B0004020202020204" pitchFamily="34" charset="0"/>
                        </a:rPr>
                        <a:t>Sprint</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ID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Title </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Status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UAT completed</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834947338"/>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53803</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Combobox search for large datasets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22/07/2025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896253"/>
                  </a:ext>
                </a:extLst>
              </a:tr>
              <a:tr h="688251">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57425</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Collapse/hide the correspondence file information on subsequent screens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Only System Testing(Config)</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N/A</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6998228"/>
                  </a:ext>
                </a:extLst>
              </a:tr>
              <a:tr h="688251">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56710</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Show full column title in popover on column header hover - Dashboard</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22/07/2025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4972146"/>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57014</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Update dropdown values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22/07/2025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647370"/>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57295</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Make all comments optional</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24/07/2025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895203"/>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57296</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Open documents in a new browser tab</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24/07/2025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5803029"/>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57632</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NEW - Reword Descriptions for Document Headings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24/07/2025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8311906"/>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58522</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NEW - Update permissions for all record types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1" i="0" u="none" strike="noStrike">
                          <a:solidFill>
                            <a:srgbClr val="FFC000"/>
                          </a:solidFill>
                          <a:effectLst/>
                          <a:latin typeface="Calibri" panose="020F0502020204030204" pitchFamily="34" charset="0"/>
                        </a:rPr>
                        <a:t>Pending</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endParaRPr lang="en-AU" sz="1100" b="0" i="0" u="none" strike="noStrike">
                        <a:solidFill>
                          <a:srgbClr val="000000"/>
                        </a:solidFill>
                        <a:effectLst/>
                        <a:latin typeface="Aptos Narrow" panose="020B0004020202020204" pitchFamily="34" charset="0"/>
                      </a:endParaRP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6173781"/>
                  </a:ext>
                </a:extLst>
              </a:tr>
              <a:tr h="387010">
                <a:tc>
                  <a:txBody>
                    <a:bodyPr/>
                    <a:lstStyle/>
                    <a:p>
                      <a:pPr algn="l" fontAlgn="t">
                        <a:buNone/>
                      </a:pPr>
                      <a:r>
                        <a:rPr lang="en-AU" sz="1200" b="0" i="0" u="none" strike="noStrike">
                          <a:solidFill>
                            <a:srgbClr val="000000"/>
                          </a:solidFill>
                          <a:effectLst/>
                          <a:latin typeface="Calibri" panose="020F0502020204030204" pitchFamily="34" charset="0"/>
                        </a:rPr>
                        <a:t>Sprint 1</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58546</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NEW - Create the CC Role</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dirty="0">
                          <a:solidFill>
                            <a:srgbClr val="000000"/>
                          </a:solidFill>
                          <a:effectLst/>
                          <a:latin typeface="Aptos Narrow" panose="020B0004020202020204" pitchFamily="34" charset="0"/>
                        </a:rPr>
                        <a:t>24/07/2025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1160852"/>
                  </a:ext>
                </a:extLst>
              </a:tr>
            </a:tbl>
          </a:graphicData>
        </a:graphic>
      </p:graphicFrame>
    </p:spTree>
    <p:extLst>
      <p:ext uri="{BB962C8B-B14F-4D97-AF65-F5344CB8AC3E}">
        <p14:creationId xmlns:p14="http://schemas.microsoft.com/office/powerpoint/2010/main" val="390346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44720-60A4-715F-C467-8D5762CD1538}"/>
              </a:ext>
            </a:extLst>
          </p:cNvPr>
          <p:cNvSpPr>
            <a:spLocks noGrp="1"/>
          </p:cNvSpPr>
          <p:nvPr>
            <p:ph type="title"/>
          </p:nvPr>
        </p:nvSpPr>
        <p:spPr/>
        <p:txBody>
          <a:bodyPr/>
          <a:lstStyle/>
          <a:p>
            <a:r>
              <a:rPr lang="en-AU" dirty="0"/>
              <a:t>BC Sprint Cycle 2 - Completed</a:t>
            </a:r>
          </a:p>
        </p:txBody>
      </p:sp>
      <p:sp>
        <p:nvSpPr>
          <p:cNvPr id="3" name="Content Placeholder 2">
            <a:extLst>
              <a:ext uri="{FF2B5EF4-FFF2-40B4-BE49-F238E27FC236}">
                <a16:creationId xmlns:a16="http://schemas.microsoft.com/office/drawing/2014/main" id="{2A64DEB0-B7B9-217B-7B3C-7767BF3798AC}"/>
              </a:ext>
            </a:extLst>
          </p:cNvPr>
          <p:cNvSpPr>
            <a:spLocks noGrp="1"/>
          </p:cNvSpPr>
          <p:nvPr>
            <p:ph sz="half" idx="1"/>
          </p:nvPr>
        </p:nvSpPr>
        <p:spPr>
          <a:xfrm>
            <a:off x="803275" y="1131216"/>
            <a:ext cx="10904816" cy="5420413"/>
          </a:xfrm>
        </p:spPr>
        <p:txBody>
          <a:bodyPr vert="horz" lIns="91440" tIns="45720" rIns="91440" bIns="45720" rtlCol="0" anchor="t">
            <a:normAutofit/>
          </a:bodyPr>
          <a:lstStyle/>
          <a:p>
            <a:pPr marL="0" lvl="0" indent="0">
              <a:lnSpc>
                <a:spcPct val="115000"/>
              </a:lnSpc>
              <a:buNone/>
            </a:pPr>
            <a:r>
              <a:rPr lang="en-AU" sz="1800" b="1" kern="100" dirty="0">
                <a:effectLst/>
                <a:ea typeface="Aptos" panose="020B0004020202020204" pitchFamily="34" charset="0"/>
                <a:cs typeface="Times New Roman"/>
              </a:rPr>
              <a:t>The following </a:t>
            </a:r>
            <a:r>
              <a:rPr lang="en-AU" sz="1800" b="1" kern="100" dirty="0">
                <a:ea typeface="Aptos" panose="020B0004020202020204" pitchFamily="34" charset="0"/>
                <a:cs typeface="Times New Roman"/>
              </a:rPr>
              <a:t>user stories </a:t>
            </a:r>
            <a:r>
              <a:rPr lang="en-AU" sz="1800" b="1" kern="100" dirty="0">
                <a:effectLst/>
                <a:ea typeface="Aptos" panose="020B0004020202020204" pitchFamily="34" charset="0"/>
                <a:cs typeface="Times New Roman"/>
              </a:rPr>
              <a:t>are included in BC Sprint Cycle 2:</a:t>
            </a:r>
          </a:p>
          <a:p>
            <a:pPr marL="0" lvl="0" indent="0">
              <a:lnSpc>
                <a:spcPct val="115000"/>
              </a:lnSpc>
              <a:buNone/>
            </a:pPr>
            <a:endParaRPr lang="en-AU" sz="1800" b="1" kern="100" dirty="0">
              <a:effectLst/>
              <a:ea typeface="Aptos" panose="020B0004020202020204" pitchFamily="34" charset="0"/>
              <a:cs typeface="Times New Roman"/>
            </a:endParaRPr>
          </a:p>
          <a:p>
            <a:pPr>
              <a:lnSpc>
                <a:spcPct val="115000"/>
              </a:lnSpc>
            </a:pPr>
            <a:r>
              <a:rPr lang="en-AU" sz="1600" kern="100" dirty="0">
                <a:ea typeface="Aptos" panose="020B0004020202020204" pitchFamily="34" charset="0"/>
                <a:cs typeface="Times New Roman"/>
              </a:rPr>
              <a:t>Add live preview of recommendations</a:t>
            </a:r>
          </a:p>
          <a:p>
            <a:pPr>
              <a:lnSpc>
                <a:spcPct val="115000"/>
              </a:lnSpc>
            </a:pPr>
            <a:r>
              <a:rPr lang="en-AU" sz="1600" kern="100" dirty="0">
                <a:ea typeface="Aptos" panose="020B0004020202020204" pitchFamily="34" charset="0"/>
                <a:cs typeface="Times New Roman"/>
              </a:rPr>
              <a:t>Add Primary Correspondence to PDF Pack</a:t>
            </a:r>
          </a:p>
          <a:p>
            <a:pPr>
              <a:lnSpc>
                <a:spcPct val="115000"/>
              </a:lnSpc>
            </a:pPr>
            <a:r>
              <a:rPr lang="en-AU" sz="1600" kern="100" dirty="0">
                <a:ea typeface="Aptos" panose="020B0004020202020204" pitchFamily="34" charset="0"/>
                <a:cs typeface="Times New Roman"/>
              </a:rPr>
              <a:t>Allow adding supporting documentation to closed records</a:t>
            </a:r>
          </a:p>
          <a:p>
            <a:pPr>
              <a:lnSpc>
                <a:spcPct val="115000"/>
              </a:lnSpc>
            </a:pPr>
            <a:r>
              <a:rPr lang="en-AU" sz="1600" kern="100" dirty="0">
                <a:ea typeface="Aptos" panose="020B0004020202020204" pitchFamily="34" charset="0"/>
                <a:cs typeface="Times New Roman"/>
              </a:rPr>
              <a:t>Add option to disable SP uploads - env variable</a:t>
            </a:r>
          </a:p>
          <a:p>
            <a:pPr>
              <a:lnSpc>
                <a:spcPct val="115000"/>
              </a:lnSpc>
            </a:pPr>
            <a:r>
              <a:rPr lang="en-AU" sz="1600" kern="100" dirty="0">
                <a:ea typeface="Aptos" panose="020B0004020202020204" pitchFamily="34" charset="0"/>
                <a:cs typeface="Times New Roman"/>
              </a:rPr>
              <a:t>Restricting Multiple Document Upload for PPQ and Parliamentary Items</a:t>
            </a:r>
          </a:p>
          <a:p>
            <a:pPr>
              <a:lnSpc>
                <a:spcPct val="115000"/>
              </a:lnSpc>
            </a:pPr>
            <a:r>
              <a:rPr lang="en-AU" sz="1600" kern="100" dirty="0">
                <a:ea typeface="Aptos" panose="020B0004020202020204" pitchFamily="34" charset="0"/>
                <a:cs typeface="Times New Roman"/>
              </a:rPr>
              <a:t>Add a possibility to disable signatures on record type level</a:t>
            </a:r>
          </a:p>
          <a:p>
            <a:pPr>
              <a:lnSpc>
                <a:spcPct val="115000"/>
              </a:lnSpc>
            </a:pPr>
            <a:r>
              <a:rPr lang="en-AU" sz="1600" kern="100" dirty="0">
                <a:ea typeface="Aptos" panose="020B0004020202020204" pitchFamily="34" charset="0"/>
                <a:cs typeface="Times New Roman"/>
              </a:rPr>
              <a:t>Allow to upload documents by dragging</a:t>
            </a:r>
          </a:p>
          <a:p>
            <a:pPr>
              <a:lnSpc>
                <a:spcPct val="115000"/>
              </a:lnSpc>
            </a:pPr>
            <a:r>
              <a:rPr lang="en-AU" sz="1600" kern="100" dirty="0">
                <a:ea typeface="Aptos" panose="020B0004020202020204" pitchFamily="34" charset="0"/>
                <a:cs typeface="Times New Roman"/>
              </a:rPr>
              <a:t>Role Reassignment permissions</a:t>
            </a:r>
          </a:p>
          <a:p>
            <a:pPr>
              <a:lnSpc>
                <a:spcPct val="115000"/>
              </a:lnSpc>
            </a:pPr>
            <a:r>
              <a:rPr lang="en-AU" sz="1600" kern="100" dirty="0">
                <a:ea typeface="Aptos" panose="020B0004020202020204" pitchFamily="34" charset="0"/>
                <a:cs typeface="Times New Roman"/>
              </a:rPr>
              <a:t>Update Information Request Record Type</a:t>
            </a:r>
          </a:p>
          <a:p>
            <a:pPr>
              <a:lnSpc>
                <a:spcPct val="115000"/>
              </a:lnSpc>
            </a:pPr>
            <a:endParaRPr lang="en-AU" sz="1800" kern="100" dirty="0">
              <a:ea typeface="Aptos" panose="020B0004020202020204" pitchFamily="34" charset="0"/>
              <a:cs typeface="Times New Roman"/>
            </a:endParaRPr>
          </a:p>
          <a:p>
            <a:pPr>
              <a:lnSpc>
                <a:spcPct val="115000"/>
              </a:lnSpc>
            </a:pPr>
            <a:endParaRPr lang="en-AU" sz="1800" kern="100" dirty="0">
              <a:ea typeface="Aptos" panose="020B0004020202020204" pitchFamily="34" charset="0"/>
              <a:cs typeface="Times New Roman"/>
            </a:endParaRPr>
          </a:p>
          <a:p>
            <a:pPr marL="0" indent="0">
              <a:buNone/>
            </a:pPr>
            <a:endParaRPr lang="en-AU" dirty="0"/>
          </a:p>
        </p:txBody>
      </p:sp>
    </p:spTree>
    <p:extLst>
      <p:ext uri="{BB962C8B-B14F-4D97-AF65-F5344CB8AC3E}">
        <p14:creationId xmlns:p14="http://schemas.microsoft.com/office/powerpoint/2010/main" val="2053426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1D94-ACBB-47A3-1351-451138EC6D08}"/>
              </a:ext>
            </a:extLst>
          </p:cNvPr>
          <p:cNvSpPr>
            <a:spLocks noGrp="1"/>
          </p:cNvSpPr>
          <p:nvPr>
            <p:ph type="title"/>
          </p:nvPr>
        </p:nvSpPr>
        <p:spPr/>
        <p:txBody>
          <a:bodyPr/>
          <a:lstStyle/>
          <a:p>
            <a:r>
              <a:rPr lang="en-AU" dirty="0"/>
              <a:t>BC Sprint Cycle 2 - Completed</a:t>
            </a:r>
          </a:p>
        </p:txBody>
      </p:sp>
      <p:sp>
        <p:nvSpPr>
          <p:cNvPr id="3" name="Content Placeholder 2">
            <a:extLst>
              <a:ext uri="{FF2B5EF4-FFF2-40B4-BE49-F238E27FC236}">
                <a16:creationId xmlns:a16="http://schemas.microsoft.com/office/drawing/2014/main" id="{B1C88125-7319-D2BA-45A2-B298CD7BF0C1}"/>
              </a:ext>
            </a:extLst>
          </p:cNvPr>
          <p:cNvSpPr>
            <a:spLocks noGrp="1"/>
          </p:cNvSpPr>
          <p:nvPr>
            <p:ph idx="1"/>
          </p:nvPr>
        </p:nvSpPr>
        <p:spPr>
          <a:xfrm>
            <a:off x="803275" y="1344058"/>
            <a:ext cx="10909299" cy="4832905"/>
          </a:xfrm>
        </p:spPr>
        <p:txBody>
          <a:bodyPr>
            <a:normAutofit/>
          </a:bodyPr>
          <a:lstStyle/>
          <a:p>
            <a:pPr>
              <a:lnSpc>
                <a:spcPct val="115000"/>
              </a:lnSpc>
            </a:pPr>
            <a:r>
              <a:rPr lang="en-AU" sz="1900" kern="100" dirty="0">
                <a:ea typeface="Aptos" panose="020B0004020202020204" pitchFamily="34" charset="0"/>
                <a:cs typeface="Times New Roman"/>
              </a:rPr>
              <a:t>Update Speech Request Record Type</a:t>
            </a:r>
          </a:p>
          <a:p>
            <a:pPr>
              <a:lnSpc>
                <a:spcPct val="115000"/>
              </a:lnSpc>
            </a:pPr>
            <a:r>
              <a:rPr lang="en-AU" sz="1900" kern="100" dirty="0">
                <a:ea typeface="Aptos" panose="020B0004020202020204" pitchFamily="34" charset="0"/>
                <a:cs typeface="Times New Roman"/>
              </a:rPr>
              <a:t>Update Video Request Record Type</a:t>
            </a:r>
          </a:p>
          <a:p>
            <a:pPr>
              <a:lnSpc>
                <a:spcPct val="115000"/>
              </a:lnSpc>
            </a:pPr>
            <a:r>
              <a:rPr lang="en-AU" sz="1900" kern="100" dirty="0">
                <a:ea typeface="Aptos" panose="020B0004020202020204" pitchFamily="34" charset="0"/>
                <a:cs typeface="Times New Roman"/>
              </a:rPr>
              <a:t>Update Briefing for Decision Record Type</a:t>
            </a:r>
          </a:p>
          <a:p>
            <a:pPr>
              <a:lnSpc>
                <a:spcPct val="115000"/>
              </a:lnSpc>
            </a:pPr>
            <a:r>
              <a:rPr lang="en-AU" sz="1900" kern="100" dirty="0">
                <a:ea typeface="Aptos" panose="020B0004020202020204" pitchFamily="34" charset="0"/>
                <a:cs typeface="Times New Roman"/>
              </a:rPr>
              <a:t>Update Briefing for Noting Record Type</a:t>
            </a:r>
          </a:p>
          <a:p>
            <a:pPr>
              <a:lnSpc>
                <a:spcPct val="115000"/>
              </a:lnSpc>
            </a:pPr>
            <a:r>
              <a:rPr lang="en-AU" sz="1900" kern="100" dirty="0">
                <a:ea typeface="Aptos" panose="020B0004020202020204" pitchFamily="34" charset="0"/>
                <a:cs typeface="Times New Roman"/>
              </a:rPr>
              <a:t>Update Briefing for Event Record Type</a:t>
            </a:r>
          </a:p>
          <a:p>
            <a:pPr>
              <a:lnSpc>
                <a:spcPct val="115000"/>
              </a:lnSpc>
            </a:pPr>
            <a:r>
              <a:rPr lang="en-AU" sz="1900" kern="100" dirty="0">
                <a:ea typeface="Aptos" panose="020B0004020202020204" pitchFamily="34" charset="0"/>
                <a:cs typeface="Times New Roman"/>
              </a:rPr>
              <a:t>Update Briefing for Meeting Record Type</a:t>
            </a:r>
          </a:p>
          <a:p>
            <a:pPr>
              <a:lnSpc>
                <a:spcPct val="115000"/>
              </a:lnSpc>
            </a:pPr>
            <a:r>
              <a:rPr lang="en-AU" sz="1900" kern="100" dirty="0">
                <a:ea typeface="Aptos" panose="020B0004020202020204" pitchFamily="34" charset="0"/>
                <a:cs typeface="Times New Roman"/>
              </a:rPr>
              <a:t>NEW - Replace VATL with 'The Academy’</a:t>
            </a:r>
          </a:p>
          <a:p>
            <a:pPr>
              <a:lnSpc>
                <a:spcPct val="115000"/>
              </a:lnSpc>
            </a:pPr>
            <a:endParaRPr lang="en-AU" kern="100" dirty="0">
              <a:ea typeface="Aptos" panose="020B0004020202020204" pitchFamily="34" charset="0"/>
              <a:cs typeface="Times New Roman"/>
            </a:endParaRPr>
          </a:p>
          <a:p>
            <a:pPr marL="0" indent="0">
              <a:lnSpc>
                <a:spcPct val="115000"/>
              </a:lnSpc>
              <a:buNone/>
            </a:pPr>
            <a:r>
              <a:rPr lang="en-AU" b="1" kern="100" dirty="0">
                <a:latin typeface="Aptos" panose="020B0004020202020204" pitchFamily="34" charset="0"/>
                <a:ea typeface="Aptos" panose="020B0004020202020204" pitchFamily="34" charset="0"/>
                <a:cs typeface="Times New Roman"/>
              </a:rPr>
              <a:t>Outcome: </a:t>
            </a:r>
            <a:r>
              <a:rPr lang="en-AU" dirty="0">
                <a:latin typeface="Aptos" panose="020B0004020202020204" pitchFamily="34" charset="0"/>
                <a:ea typeface="Aptos" panose="020B0004020202020204" pitchFamily="34" charset="0"/>
                <a:cs typeface="Aptos" panose="020B0004020202020204" pitchFamily="34" charset="0"/>
              </a:rPr>
              <a:t>We have completed the UAT for Sprint 2, analysed the results, raised defects where required and some change request for metadata fields</a:t>
            </a:r>
          </a:p>
          <a:p>
            <a:pPr>
              <a:lnSpc>
                <a:spcPct val="115000"/>
              </a:lnSpc>
            </a:pPr>
            <a:endParaRPr lang="en-AU" kern="100" dirty="0">
              <a:ea typeface="Aptos" panose="020B0004020202020204" pitchFamily="34" charset="0"/>
              <a:cs typeface="Times New Roman"/>
            </a:endParaRPr>
          </a:p>
          <a:p>
            <a:pPr>
              <a:lnSpc>
                <a:spcPct val="115000"/>
              </a:lnSpc>
            </a:pPr>
            <a:endParaRPr lang="en-AU" kern="100" dirty="0">
              <a:ea typeface="Aptos" panose="020B0004020202020204" pitchFamily="34" charset="0"/>
              <a:cs typeface="Times New Roman"/>
            </a:endParaRPr>
          </a:p>
          <a:p>
            <a:pPr>
              <a:lnSpc>
                <a:spcPct val="115000"/>
              </a:lnSpc>
            </a:pPr>
            <a:endParaRPr lang="en-AU" kern="100" dirty="0">
              <a:ea typeface="Aptos" panose="020B0004020202020204" pitchFamily="34" charset="0"/>
              <a:cs typeface="Times New Roman"/>
            </a:endParaRPr>
          </a:p>
          <a:p>
            <a:endParaRPr lang="en-AU" dirty="0"/>
          </a:p>
        </p:txBody>
      </p:sp>
    </p:spTree>
    <p:extLst>
      <p:ext uri="{BB962C8B-B14F-4D97-AF65-F5344CB8AC3E}">
        <p14:creationId xmlns:p14="http://schemas.microsoft.com/office/powerpoint/2010/main" val="1617097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3BD5-5704-D699-4775-BC45895E1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589C7-9B6F-B313-7EF1-C71F9FDFC872}"/>
              </a:ext>
            </a:extLst>
          </p:cNvPr>
          <p:cNvSpPr>
            <a:spLocks noGrp="1"/>
          </p:cNvSpPr>
          <p:nvPr>
            <p:ph type="title"/>
          </p:nvPr>
        </p:nvSpPr>
        <p:spPr/>
        <p:txBody>
          <a:bodyPr/>
          <a:lstStyle/>
          <a:p>
            <a:r>
              <a:rPr lang="en-US" dirty="0">
                <a:solidFill>
                  <a:srgbClr val="000000"/>
                </a:solidFill>
              </a:rPr>
              <a:t>User Acceptance Testing Execution Result – Sprint Cycle 2</a:t>
            </a:r>
            <a:endParaRPr lang="en-AU" dirty="0">
              <a:solidFill>
                <a:srgbClr val="000000"/>
              </a:solidFill>
            </a:endParaRPr>
          </a:p>
        </p:txBody>
      </p:sp>
      <p:sp>
        <p:nvSpPr>
          <p:cNvPr id="6" name="Content Placeholder 3">
            <a:extLst>
              <a:ext uri="{FF2B5EF4-FFF2-40B4-BE49-F238E27FC236}">
                <a16:creationId xmlns:a16="http://schemas.microsoft.com/office/drawing/2014/main" id="{F32A80FD-4DD1-6FAB-E7A5-3960B10BA4A1}"/>
              </a:ext>
            </a:extLst>
          </p:cNvPr>
          <p:cNvSpPr txBox="1">
            <a:spLocks/>
          </p:cNvSpPr>
          <p:nvPr/>
        </p:nvSpPr>
        <p:spPr>
          <a:xfrm>
            <a:off x="307211" y="995372"/>
            <a:ext cx="9818095" cy="5954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AU"/>
              <a:t> </a:t>
            </a:r>
          </a:p>
        </p:txBody>
      </p:sp>
      <p:graphicFrame>
        <p:nvGraphicFramePr>
          <p:cNvPr id="4" name="Table 3">
            <a:extLst>
              <a:ext uri="{FF2B5EF4-FFF2-40B4-BE49-F238E27FC236}">
                <a16:creationId xmlns:a16="http://schemas.microsoft.com/office/drawing/2014/main" id="{536E8594-506D-ADB7-7B11-4FE8B6C09D32}"/>
              </a:ext>
            </a:extLst>
          </p:cNvPr>
          <p:cNvGraphicFramePr>
            <a:graphicFrameLocks noGrp="1"/>
          </p:cNvGraphicFramePr>
          <p:nvPr>
            <p:extLst>
              <p:ext uri="{D42A27DB-BD31-4B8C-83A1-F6EECF244321}">
                <p14:modId xmlns:p14="http://schemas.microsoft.com/office/powerpoint/2010/main" val="324076716"/>
              </p:ext>
            </p:extLst>
          </p:nvPr>
        </p:nvGraphicFramePr>
        <p:xfrm>
          <a:off x="489856" y="1186543"/>
          <a:ext cx="10550525" cy="5290459"/>
        </p:xfrm>
        <a:graphic>
          <a:graphicData uri="http://schemas.openxmlformats.org/drawingml/2006/table">
            <a:tbl>
              <a:tblPr/>
              <a:tblGrid>
                <a:gridCol w="1046999">
                  <a:extLst>
                    <a:ext uri="{9D8B030D-6E8A-4147-A177-3AD203B41FA5}">
                      <a16:colId xmlns:a16="http://schemas.microsoft.com/office/drawing/2014/main" val="1123575516"/>
                    </a:ext>
                  </a:extLst>
                </a:gridCol>
                <a:gridCol w="740953">
                  <a:extLst>
                    <a:ext uri="{9D8B030D-6E8A-4147-A177-3AD203B41FA5}">
                      <a16:colId xmlns:a16="http://schemas.microsoft.com/office/drawing/2014/main" val="468022407"/>
                    </a:ext>
                  </a:extLst>
                </a:gridCol>
                <a:gridCol w="4365178">
                  <a:extLst>
                    <a:ext uri="{9D8B030D-6E8A-4147-A177-3AD203B41FA5}">
                      <a16:colId xmlns:a16="http://schemas.microsoft.com/office/drawing/2014/main" val="3772046884"/>
                    </a:ext>
                  </a:extLst>
                </a:gridCol>
                <a:gridCol w="2400043">
                  <a:extLst>
                    <a:ext uri="{9D8B030D-6E8A-4147-A177-3AD203B41FA5}">
                      <a16:colId xmlns:a16="http://schemas.microsoft.com/office/drawing/2014/main" val="2918502944"/>
                    </a:ext>
                  </a:extLst>
                </a:gridCol>
                <a:gridCol w="1997352">
                  <a:extLst>
                    <a:ext uri="{9D8B030D-6E8A-4147-A177-3AD203B41FA5}">
                      <a16:colId xmlns:a16="http://schemas.microsoft.com/office/drawing/2014/main" val="2562560991"/>
                    </a:ext>
                  </a:extLst>
                </a:gridCol>
              </a:tblGrid>
              <a:tr h="254814">
                <a:tc>
                  <a:txBody>
                    <a:bodyPr/>
                    <a:lstStyle/>
                    <a:p>
                      <a:pPr algn="ctr" fontAlgn="ctr">
                        <a:buNone/>
                      </a:pPr>
                      <a:r>
                        <a:rPr lang="en-AU" sz="1000" b="1" i="0" u="none" strike="noStrike">
                          <a:solidFill>
                            <a:srgbClr val="000000"/>
                          </a:solidFill>
                          <a:effectLst/>
                          <a:latin typeface="Aptos Narrow" panose="020B0004020202020204" pitchFamily="34" charset="0"/>
                        </a:rPr>
                        <a:t>Sprint</a:t>
                      </a:r>
                    </a:p>
                  </a:txBody>
                  <a:tcPr marL="5622" marR="5622" marT="5622" marB="4047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000" b="1" i="0" u="none" strike="noStrike">
                          <a:solidFill>
                            <a:srgbClr val="000000"/>
                          </a:solidFill>
                          <a:effectLst/>
                          <a:latin typeface="Aptos Narrow" panose="020B0004020202020204" pitchFamily="34" charset="0"/>
                        </a:rPr>
                        <a:t>ID</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000" b="1" i="0" u="none" strike="noStrike">
                          <a:solidFill>
                            <a:srgbClr val="000000"/>
                          </a:solidFill>
                          <a:effectLst/>
                          <a:latin typeface="Aptos Narrow" panose="020B0004020202020204" pitchFamily="34" charset="0"/>
                        </a:rPr>
                        <a:t>Title </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000" b="1" i="0" u="none" strike="noStrike">
                          <a:solidFill>
                            <a:srgbClr val="000000"/>
                          </a:solidFill>
                          <a:effectLst/>
                          <a:latin typeface="Aptos Narrow" panose="020B0004020202020204" pitchFamily="34" charset="0"/>
                        </a:rPr>
                        <a:t>Status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000" b="1" i="0" u="none" strike="noStrike">
                          <a:solidFill>
                            <a:srgbClr val="000000"/>
                          </a:solidFill>
                          <a:effectLst/>
                          <a:latin typeface="Aptos Narrow" panose="020B0004020202020204" pitchFamily="34" charset="0"/>
                        </a:rPr>
                        <a:t>UAT completed</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816259356"/>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56678</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Add live preview of recommendations</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29/07/2025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8387969"/>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56690</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Add Primary Correspondence to PDF Pack</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29/07/2025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3588261"/>
                  </a:ext>
                </a:extLst>
              </a:tr>
              <a:tr h="489577">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56701</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Allow adding supporting documentation to closed records</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31/07/2025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82889"/>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56709</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Add option to disable SP uploads - env variable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31/07/2025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1901442"/>
                  </a:ext>
                </a:extLst>
              </a:tr>
              <a:tr h="489577">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56980</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Restricting Multiple Document Upload for PPQ and Parliamentary Items</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5/8/2025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2970339"/>
                  </a:ext>
                </a:extLst>
              </a:tr>
              <a:tr h="489577">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57006</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Add a possibility to disable signatures on record type level</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5/8/2025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7042084"/>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57015</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Allow to upload documents by dragging</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7/8/2025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2211730"/>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57030</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Role Reassignment permissions</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7/8/2025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7573094"/>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57277</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Information Request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7/8/2025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1396418"/>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57278</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Speech Request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12/8/2025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017805"/>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57279</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Video Request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12/8/2025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1766999"/>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57282</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Briefing for Decision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12/8/2025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2122516"/>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57283</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Briefing for Noting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14/08/2025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332095"/>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57284</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Briefing for Event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14/08/2025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3372690"/>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57285</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Update Briefing for Meeting Record Type</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a:solidFill>
                            <a:srgbClr val="000000"/>
                          </a:solidFill>
                          <a:effectLst/>
                          <a:latin typeface="Aptos Narrow" panose="020B0004020202020204" pitchFamily="34" charset="0"/>
                        </a:rPr>
                        <a:t>14/08/2025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2222581"/>
                  </a:ext>
                </a:extLst>
              </a:tr>
              <a:tr h="274378">
                <a:tc>
                  <a:txBody>
                    <a:bodyPr/>
                    <a:lstStyle/>
                    <a:p>
                      <a:pPr algn="l" fontAlgn="t">
                        <a:buNone/>
                      </a:pPr>
                      <a:r>
                        <a:rPr lang="en-AU" sz="1100" b="0" i="0" u="none" strike="noStrike">
                          <a:solidFill>
                            <a:srgbClr val="000000"/>
                          </a:solidFill>
                          <a:effectLst/>
                          <a:latin typeface="Calibri" panose="020F0502020204030204" pitchFamily="34" charset="0"/>
                        </a:rPr>
                        <a:t>Sprint 2</a:t>
                      </a:r>
                    </a:p>
                  </a:txBody>
                  <a:tcPr marL="5622" marR="5622" marT="5622" marB="4047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59138</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100" b="0" i="0" u="none" strike="noStrike">
                          <a:solidFill>
                            <a:srgbClr val="000000"/>
                          </a:solidFill>
                          <a:effectLst/>
                          <a:latin typeface="Calibri" panose="020F0502020204030204" pitchFamily="34" charset="0"/>
                        </a:rPr>
                        <a:t>NEW - Replace VATL with 'The Academy'</a:t>
                      </a:r>
                    </a:p>
                  </a:txBody>
                  <a:tcPr marL="5622" marR="5622" marT="5622" marB="4047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Calibri" panose="020F0502020204030204" pitchFamily="34" charset="0"/>
                        </a:rPr>
                        <a:t>PASS</a:t>
                      </a:r>
                    </a:p>
                  </a:txBody>
                  <a:tcPr marL="5622" marR="5622" marT="5622" marB="40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000" b="0" i="0" u="none" strike="noStrike" dirty="0">
                          <a:solidFill>
                            <a:srgbClr val="000000"/>
                          </a:solidFill>
                          <a:effectLst/>
                          <a:latin typeface="Aptos Narrow" panose="020B0004020202020204" pitchFamily="34" charset="0"/>
                        </a:rPr>
                        <a:t>26/08/2025</a:t>
                      </a:r>
                    </a:p>
                  </a:txBody>
                  <a:tcPr marL="5622" marR="5622" marT="5622" marB="4047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4065715"/>
                  </a:ext>
                </a:extLst>
              </a:tr>
            </a:tbl>
          </a:graphicData>
        </a:graphic>
      </p:graphicFrame>
    </p:spTree>
    <p:extLst>
      <p:ext uri="{BB962C8B-B14F-4D97-AF65-F5344CB8AC3E}">
        <p14:creationId xmlns:p14="http://schemas.microsoft.com/office/powerpoint/2010/main" val="3219266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14B9B-D2A6-07E7-EC13-C1536EAF9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1BADC-C7A4-29F9-B1B2-E58FE7E1F829}"/>
              </a:ext>
            </a:extLst>
          </p:cNvPr>
          <p:cNvSpPr>
            <a:spLocks noGrp="1"/>
          </p:cNvSpPr>
          <p:nvPr>
            <p:ph type="title"/>
          </p:nvPr>
        </p:nvSpPr>
        <p:spPr/>
        <p:txBody>
          <a:bodyPr/>
          <a:lstStyle/>
          <a:p>
            <a:r>
              <a:rPr lang="en-AU" dirty="0"/>
              <a:t>BC Sprint Cycle 3 - Completed</a:t>
            </a:r>
            <a:endParaRPr lang="en-AU" dirty="0">
              <a:solidFill>
                <a:srgbClr val="000000"/>
              </a:solidFill>
            </a:endParaRPr>
          </a:p>
        </p:txBody>
      </p:sp>
      <p:sp>
        <p:nvSpPr>
          <p:cNvPr id="7" name="TextBox 6">
            <a:extLst>
              <a:ext uri="{FF2B5EF4-FFF2-40B4-BE49-F238E27FC236}">
                <a16:creationId xmlns:a16="http://schemas.microsoft.com/office/drawing/2014/main" id="{677717DC-0891-7C0A-E4D5-05F677005E4A}"/>
              </a:ext>
            </a:extLst>
          </p:cNvPr>
          <p:cNvSpPr txBox="1"/>
          <p:nvPr/>
        </p:nvSpPr>
        <p:spPr>
          <a:xfrm>
            <a:off x="925286" y="1426029"/>
            <a:ext cx="10058400" cy="5230343"/>
          </a:xfrm>
          <a:prstGeom prst="rect">
            <a:avLst/>
          </a:prstGeom>
          <a:noFill/>
        </p:spPr>
        <p:txBody>
          <a:bodyPr wrap="square">
            <a:spAutoFit/>
          </a:bodyPr>
          <a:lstStyle/>
          <a:p>
            <a:pPr>
              <a:lnSpc>
                <a:spcPct val="105000"/>
              </a:lnSpc>
              <a:spcBef>
                <a:spcPts val="1000"/>
              </a:spcBef>
            </a:pPr>
            <a:r>
              <a:rPr lang="en-AU" sz="2000" b="1" kern="100" dirty="0">
                <a:ea typeface="Aptos" panose="020B0004020202020204" pitchFamily="34" charset="0"/>
                <a:cs typeface="Times New Roman"/>
              </a:rPr>
              <a:t>The following user stories are included in BC Sprint Cycle 3:</a:t>
            </a:r>
          </a:p>
          <a:p>
            <a:pPr marL="228600" indent="-228600">
              <a:lnSpc>
                <a:spcPct val="105000"/>
              </a:lnSpc>
              <a:spcBef>
                <a:spcPts val="1000"/>
              </a:spcBef>
              <a:buFont typeface="Arial" panose="020B0604020202020204" pitchFamily="34" charset="0"/>
              <a:buChar char="•"/>
            </a:pPr>
            <a:r>
              <a:rPr lang="en-AU" sz="2000" kern="100" dirty="0">
                <a:cs typeface="Times New Roman"/>
              </a:rPr>
              <a:t>Ability to specify task due dates</a:t>
            </a:r>
          </a:p>
          <a:p>
            <a:pPr marL="228600" indent="-228600">
              <a:lnSpc>
                <a:spcPct val="105000"/>
              </a:lnSpc>
              <a:spcBef>
                <a:spcPts val="1000"/>
              </a:spcBef>
              <a:buFont typeface="Arial" panose="020B0604020202020204" pitchFamily="34" charset="0"/>
              <a:buChar char="•"/>
            </a:pPr>
            <a:r>
              <a:rPr lang="en-AU" sz="2000" kern="100" dirty="0">
                <a:cs typeface="Times New Roman"/>
              </a:rPr>
              <a:t>Add current role assigned to the dashboard</a:t>
            </a:r>
          </a:p>
          <a:p>
            <a:pPr marL="228600" indent="-228600">
              <a:lnSpc>
                <a:spcPct val="105000"/>
              </a:lnSpc>
              <a:spcBef>
                <a:spcPts val="1000"/>
              </a:spcBef>
              <a:buFont typeface="Arial" panose="020B0604020202020204" pitchFamily="34" charset="0"/>
              <a:buChar char="•"/>
            </a:pPr>
            <a:r>
              <a:rPr lang="en-AU" sz="2000" kern="100" dirty="0">
                <a:cs typeface="Times New Roman"/>
              </a:rPr>
              <a:t>Filter Activity Panel entries</a:t>
            </a:r>
          </a:p>
          <a:p>
            <a:pPr marL="228600" indent="-228600">
              <a:lnSpc>
                <a:spcPct val="105000"/>
              </a:lnSpc>
              <a:spcBef>
                <a:spcPts val="1000"/>
              </a:spcBef>
              <a:buFont typeface="Arial" panose="020B0604020202020204" pitchFamily="34" charset="0"/>
              <a:buChar char="•"/>
            </a:pPr>
            <a:r>
              <a:rPr lang="en-AU" sz="2000" kern="100" dirty="0">
                <a:cs typeface="Times New Roman"/>
              </a:rPr>
              <a:t>Enhance clone record functionality</a:t>
            </a:r>
          </a:p>
          <a:p>
            <a:pPr marL="228600" indent="-228600">
              <a:lnSpc>
                <a:spcPct val="105000"/>
              </a:lnSpc>
              <a:spcBef>
                <a:spcPts val="1000"/>
              </a:spcBef>
              <a:buFont typeface="Arial" panose="020B0604020202020204" pitchFamily="34" charset="0"/>
              <a:buChar char="•"/>
            </a:pPr>
            <a:r>
              <a:rPr lang="en-AU" sz="2000" kern="100" dirty="0">
                <a:cs typeface="Times New Roman"/>
              </a:rPr>
              <a:t>Remove recording decision and hide recommendations for some record types</a:t>
            </a:r>
          </a:p>
          <a:p>
            <a:pPr marL="228600" indent="-228600">
              <a:lnSpc>
                <a:spcPct val="105000"/>
              </a:lnSpc>
              <a:spcBef>
                <a:spcPts val="1000"/>
              </a:spcBef>
              <a:buFont typeface="Arial" panose="020B0604020202020204" pitchFamily="34" charset="0"/>
              <a:buChar char="•"/>
            </a:pPr>
            <a:r>
              <a:rPr lang="en-AU" sz="2000" kern="100" dirty="0">
                <a:cs typeface="Times New Roman"/>
              </a:rPr>
              <a:t>Add a possibility to disable signatures on record type level</a:t>
            </a:r>
          </a:p>
          <a:p>
            <a:pPr marL="228600" indent="-228600">
              <a:lnSpc>
                <a:spcPct val="105000"/>
              </a:lnSpc>
              <a:spcBef>
                <a:spcPts val="1000"/>
              </a:spcBef>
              <a:buFont typeface="Arial" panose="020B0604020202020204" pitchFamily="34" charset="0"/>
              <a:buChar char="•"/>
            </a:pPr>
            <a:r>
              <a:rPr lang="en-AU" sz="2000" kern="100" dirty="0">
                <a:cs typeface="Times New Roman"/>
              </a:rPr>
              <a:t>Add fields to Correspondence (COR) header and PDF pack</a:t>
            </a:r>
          </a:p>
          <a:p>
            <a:pPr marL="228600" indent="-228600">
              <a:lnSpc>
                <a:spcPct val="105000"/>
              </a:lnSpc>
              <a:spcBef>
                <a:spcPts val="1000"/>
              </a:spcBef>
              <a:buFont typeface="Arial" panose="020B0604020202020204" pitchFamily="34" charset="0"/>
              <a:buChar char="•"/>
            </a:pPr>
            <a:endParaRPr lang="en-AU" sz="2000" kern="100" dirty="0">
              <a:cs typeface="Times New Roman"/>
            </a:endParaRPr>
          </a:p>
          <a:p>
            <a:pPr>
              <a:lnSpc>
                <a:spcPct val="105000"/>
              </a:lnSpc>
              <a:spcBef>
                <a:spcPts val="1000"/>
              </a:spcBef>
            </a:pPr>
            <a:r>
              <a:rPr lang="en-AU" sz="2000" b="1" kern="100" dirty="0">
                <a:latin typeface="Aptos" panose="020B0004020202020204" pitchFamily="34" charset="0"/>
                <a:ea typeface="Aptos" panose="020B0004020202020204" pitchFamily="34" charset="0"/>
                <a:cs typeface="Times New Roman"/>
              </a:rPr>
              <a:t>Outcome: </a:t>
            </a:r>
            <a:r>
              <a:rPr lang="en-AU" sz="2000" dirty="0">
                <a:latin typeface="Aptos" panose="020B0004020202020204" pitchFamily="34" charset="0"/>
                <a:ea typeface="Aptos" panose="020B0004020202020204" pitchFamily="34" charset="0"/>
                <a:cs typeface="Aptos" panose="020B0004020202020204" pitchFamily="34" charset="0"/>
              </a:rPr>
              <a:t>We have completed the UAT for Sprint 3, analysed the results, raised defects where required and change request for workflow, notifications and supplementary area</a:t>
            </a:r>
          </a:p>
          <a:p>
            <a:pPr>
              <a:lnSpc>
                <a:spcPct val="105000"/>
              </a:lnSpc>
              <a:spcBef>
                <a:spcPts val="1000"/>
              </a:spcBef>
            </a:pPr>
            <a:endParaRPr lang="en-AU" sz="2000" kern="100" dirty="0">
              <a:cs typeface="Times New Roman"/>
            </a:endParaRPr>
          </a:p>
        </p:txBody>
      </p:sp>
    </p:spTree>
    <p:extLst>
      <p:ext uri="{BB962C8B-B14F-4D97-AF65-F5344CB8AC3E}">
        <p14:creationId xmlns:p14="http://schemas.microsoft.com/office/powerpoint/2010/main" val="1688959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9D492-27DD-57BC-7E9E-5F4E7E334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BABBB-1581-52E6-44BB-77EC64E66B73}"/>
              </a:ext>
            </a:extLst>
          </p:cNvPr>
          <p:cNvSpPr>
            <a:spLocks noGrp="1"/>
          </p:cNvSpPr>
          <p:nvPr>
            <p:ph type="title"/>
          </p:nvPr>
        </p:nvSpPr>
        <p:spPr/>
        <p:txBody>
          <a:bodyPr/>
          <a:lstStyle/>
          <a:p>
            <a:r>
              <a:rPr lang="en-US" dirty="0">
                <a:solidFill>
                  <a:srgbClr val="000000"/>
                </a:solidFill>
              </a:rPr>
              <a:t>User Acceptance Testing Execution Result – Sprint Cycle 3</a:t>
            </a:r>
            <a:endParaRPr lang="en-AU" dirty="0">
              <a:solidFill>
                <a:srgbClr val="000000"/>
              </a:solidFill>
            </a:endParaRPr>
          </a:p>
        </p:txBody>
      </p:sp>
      <p:graphicFrame>
        <p:nvGraphicFramePr>
          <p:cNvPr id="3" name="Table 2">
            <a:extLst>
              <a:ext uri="{FF2B5EF4-FFF2-40B4-BE49-F238E27FC236}">
                <a16:creationId xmlns:a16="http://schemas.microsoft.com/office/drawing/2014/main" id="{E975E135-6774-8593-71E4-61B1D1507195}"/>
              </a:ext>
            </a:extLst>
          </p:cNvPr>
          <p:cNvGraphicFramePr>
            <a:graphicFrameLocks noGrp="1"/>
          </p:cNvGraphicFramePr>
          <p:nvPr>
            <p:extLst>
              <p:ext uri="{D42A27DB-BD31-4B8C-83A1-F6EECF244321}">
                <p14:modId xmlns:p14="http://schemas.microsoft.com/office/powerpoint/2010/main" val="2505547605"/>
              </p:ext>
            </p:extLst>
          </p:nvPr>
        </p:nvGraphicFramePr>
        <p:xfrm>
          <a:off x="803275" y="1415143"/>
          <a:ext cx="9607550" cy="3964103"/>
        </p:xfrm>
        <a:graphic>
          <a:graphicData uri="http://schemas.openxmlformats.org/drawingml/2006/table">
            <a:tbl>
              <a:tblPr/>
              <a:tblGrid>
                <a:gridCol w="953421">
                  <a:extLst>
                    <a:ext uri="{9D8B030D-6E8A-4147-A177-3AD203B41FA5}">
                      <a16:colId xmlns:a16="http://schemas.microsoft.com/office/drawing/2014/main" val="547075238"/>
                    </a:ext>
                  </a:extLst>
                </a:gridCol>
                <a:gridCol w="674729">
                  <a:extLst>
                    <a:ext uri="{9D8B030D-6E8A-4147-A177-3AD203B41FA5}">
                      <a16:colId xmlns:a16="http://schemas.microsoft.com/office/drawing/2014/main" val="1402621587"/>
                    </a:ext>
                  </a:extLst>
                </a:gridCol>
                <a:gridCol w="3975032">
                  <a:extLst>
                    <a:ext uri="{9D8B030D-6E8A-4147-A177-3AD203B41FA5}">
                      <a16:colId xmlns:a16="http://schemas.microsoft.com/office/drawing/2014/main" val="703564727"/>
                    </a:ext>
                  </a:extLst>
                </a:gridCol>
                <a:gridCol w="2185534">
                  <a:extLst>
                    <a:ext uri="{9D8B030D-6E8A-4147-A177-3AD203B41FA5}">
                      <a16:colId xmlns:a16="http://schemas.microsoft.com/office/drawing/2014/main" val="1184735637"/>
                    </a:ext>
                  </a:extLst>
                </a:gridCol>
                <a:gridCol w="1818834">
                  <a:extLst>
                    <a:ext uri="{9D8B030D-6E8A-4147-A177-3AD203B41FA5}">
                      <a16:colId xmlns:a16="http://schemas.microsoft.com/office/drawing/2014/main" val="1567770652"/>
                    </a:ext>
                  </a:extLst>
                </a:gridCol>
              </a:tblGrid>
              <a:tr h="360942">
                <a:tc>
                  <a:txBody>
                    <a:bodyPr/>
                    <a:lstStyle/>
                    <a:p>
                      <a:pPr algn="ctr" fontAlgn="ctr">
                        <a:buNone/>
                      </a:pPr>
                      <a:r>
                        <a:rPr lang="en-AU" sz="1100" b="1" i="0" u="none" strike="noStrike">
                          <a:solidFill>
                            <a:srgbClr val="000000"/>
                          </a:solidFill>
                          <a:effectLst/>
                          <a:latin typeface="Aptos Narrow" panose="020B0004020202020204" pitchFamily="34" charset="0"/>
                        </a:rPr>
                        <a:t>Sprint</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ID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Title </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Status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UAT completed</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909712167"/>
                  </a:ext>
                </a:extLst>
              </a:tr>
              <a:tr h="385979">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56996</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Ability to specify task due dates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26/08/2025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0832468"/>
                  </a:ext>
                </a:extLst>
              </a:tr>
              <a:tr h="385979">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57268</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Add current role assigned to the dashboard</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28/08/2025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9592651"/>
                  </a:ext>
                </a:extLst>
              </a:tr>
              <a:tr h="385979">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57422</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Filter Activity Panel entries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2/9/2025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5209053"/>
                  </a:ext>
                </a:extLst>
              </a:tr>
              <a:tr h="385979">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57085</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Enhance clone record functionality</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2/9/2025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5053594"/>
                  </a:ext>
                </a:extLst>
              </a:tr>
              <a:tr h="686415">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56704</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Remove recording decision and hide recommendations for some record types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3/9/2025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7492866"/>
                  </a:ext>
                </a:extLst>
              </a:tr>
              <a:tr h="686415">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57006</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Add a possibility to disable signatures on record type level</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3/9/2025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772687"/>
                  </a:ext>
                </a:extLst>
              </a:tr>
              <a:tr h="686415">
                <a:tc>
                  <a:txBody>
                    <a:bodyPr/>
                    <a:lstStyle/>
                    <a:p>
                      <a:pPr algn="l" fontAlgn="t">
                        <a:buNone/>
                      </a:pPr>
                      <a:r>
                        <a:rPr lang="en-AU" sz="1200" b="0" i="0" u="none" strike="noStrike">
                          <a:solidFill>
                            <a:srgbClr val="000000"/>
                          </a:solidFill>
                          <a:effectLst/>
                          <a:latin typeface="Calibri" panose="020F0502020204030204" pitchFamily="34" charset="0"/>
                        </a:rPr>
                        <a:t>Sprint 3</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57024</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Add fields to Correspondence (COR) header and PDF pack</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200" b="1" i="0" u="none" strike="noStrike">
                          <a:solidFill>
                            <a:srgbClr val="FF0000"/>
                          </a:solidFill>
                          <a:effectLst/>
                          <a:latin typeface="Calibri" panose="020F0502020204030204" pitchFamily="34" charset="0"/>
                        </a:rPr>
                        <a:t>FAIL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dirty="0">
                          <a:solidFill>
                            <a:srgbClr val="000000"/>
                          </a:solidFill>
                          <a:effectLst/>
                          <a:latin typeface="Aptos Narrow" panose="020B0004020202020204" pitchFamily="34" charset="0"/>
                        </a:rPr>
                        <a:t>4/9/2025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0388724"/>
                  </a:ext>
                </a:extLst>
              </a:tr>
            </a:tbl>
          </a:graphicData>
        </a:graphic>
      </p:graphicFrame>
    </p:spTree>
    <p:extLst>
      <p:ext uri="{BB962C8B-B14F-4D97-AF65-F5344CB8AC3E}">
        <p14:creationId xmlns:p14="http://schemas.microsoft.com/office/powerpoint/2010/main" val="3803460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068EB-E163-1602-749D-B3E585757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D127-0CCC-8469-528B-EB0EC03D39E9}"/>
              </a:ext>
            </a:extLst>
          </p:cNvPr>
          <p:cNvSpPr>
            <a:spLocks noGrp="1"/>
          </p:cNvSpPr>
          <p:nvPr>
            <p:ph type="title"/>
          </p:nvPr>
        </p:nvSpPr>
        <p:spPr/>
        <p:txBody>
          <a:bodyPr/>
          <a:lstStyle/>
          <a:p>
            <a:r>
              <a:rPr lang="en-AU" dirty="0"/>
              <a:t>BC Sprint Cycle 4 - Completed</a:t>
            </a:r>
            <a:endParaRPr lang="en-AU" dirty="0">
              <a:solidFill>
                <a:srgbClr val="000000"/>
              </a:solidFill>
            </a:endParaRPr>
          </a:p>
        </p:txBody>
      </p:sp>
      <p:sp>
        <p:nvSpPr>
          <p:cNvPr id="7" name="TextBox 6">
            <a:extLst>
              <a:ext uri="{FF2B5EF4-FFF2-40B4-BE49-F238E27FC236}">
                <a16:creationId xmlns:a16="http://schemas.microsoft.com/office/drawing/2014/main" id="{0E347807-A57B-9F81-CCDF-8D4A2D1FBF64}"/>
              </a:ext>
            </a:extLst>
          </p:cNvPr>
          <p:cNvSpPr txBox="1"/>
          <p:nvPr/>
        </p:nvSpPr>
        <p:spPr>
          <a:xfrm>
            <a:off x="803275" y="1436914"/>
            <a:ext cx="10356812" cy="5263877"/>
          </a:xfrm>
          <a:prstGeom prst="rect">
            <a:avLst/>
          </a:prstGeom>
          <a:noFill/>
        </p:spPr>
        <p:txBody>
          <a:bodyPr wrap="square">
            <a:spAutoFit/>
          </a:bodyPr>
          <a:lstStyle/>
          <a:p>
            <a:pPr>
              <a:lnSpc>
                <a:spcPct val="105000"/>
              </a:lnSpc>
              <a:spcBef>
                <a:spcPts val="1000"/>
              </a:spcBef>
            </a:pPr>
            <a:r>
              <a:rPr lang="en-AU" b="1" kern="100" dirty="0">
                <a:ea typeface="Aptos" panose="020B0004020202020204" pitchFamily="34" charset="0"/>
                <a:cs typeface="Times New Roman"/>
              </a:rPr>
              <a:t>The following user stories are included in BC Sprint Cycle 4:</a:t>
            </a:r>
          </a:p>
          <a:p>
            <a:pPr marL="228600" indent="-228600">
              <a:lnSpc>
                <a:spcPct val="105000"/>
              </a:lnSpc>
              <a:spcBef>
                <a:spcPts val="1000"/>
              </a:spcBef>
              <a:buFont typeface="Arial" panose="020B0604020202020204" pitchFamily="34" charset="0"/>
              <a:buChar char="•"/>
            </a:pPr>
            <a:r>
              <a:rPr lang="en-AU" kern="100" dirty="0">
                <a:cs typeface="Times New Roman"/>
              </a:rPr>
              <a:t>NEW - Display only four sensitivity labels and enforce </a:t>
            </a:r>
            <a:r>
              <a:rPr lang="en-AU" kern="100" dirty="0" err="1">
                <a:cs typeface="Times New Roman"/>
              </a:rPr>
              <a:t>MaPS</a:t>
            </a:r>
            <a:r>
              <a:rPr lang="en-AU" kern="100" dirty="0">
                <a:cs typeface="Times New Roman"/>
              </a:rPr>
              <a:t>-specific access rules</a:t>
            </a:r>
          </a:p>
          <a:p>
            <a:pPr marL="228600" indent="-228600">
              <a:lnSpc>
                <a:spcPct val="105000"/>
              </a:lnSpc>
              <a:spcBef>
                <a:spcPts val="1000"/>
              </a:spcBef>
              <a:buFont typeface="Arial" panose="020B0604020202020204" pitchFamily="34" charset="0"/>
              <a:buChar char="•"/>
            </a:pPr>
            <a:r>
              <a:rPr lang="en-AU" kern="100" dirty="0">
                <a:cs typeface="Times New Roman"/>
              </a:rPr>
              <a:t>Automatic cover page signature block</a:t>
            </a:r>
          </a:p>
          <a:p>
            <a:pPr marL="228600" indent="-228600">
              <a:lnSpc>
                <a:spcPct val="105000"/>
              </a:lnSpc>
              <a:spcBef>
                <a:spcPts val="1000"/>
              </a:spcBef>
              <a:buFont typeface="Arial" panose="020B0604020202020204" pitchFamily="34" charset="0"/>
              <a:buChar char="•"/>
            </a:pPr>
            <a:r>
              <a:rPr lang="en-AU" kern="100" dirty="0">
                <a:cs typeface="Times New Roman"/>
              </a:rPr>
              <a:t>Add option to upload signed doc during decision-making process</a:t>
            </a:r>
          </a:p>
          <a:p>
            <a:pPr marL="228600" indent="-228600">
              <a:lnSpc>
                <a:spcPct val="105000"/>
              </a:lnSpc>
              <a:spcBef>
                <a:spcPts val="1000"/>
              </a:spcBef>
              <a:buFont typeface="Arial" panose="020B0604020202020204" pitchFamily="34" charset="0"/>
              <a:buChar char="•"/>
            </a:pPr>
            <a:r>
              <a:rPr lang="en-AU" kern="100" dirty="0">
                <a:cs typeface="Times New Roman"/>
              </a:rPr>
              <a:t>Enhance Signature functionality</a:t>
            </a:r>
          </a:p>
          <a:p>
            <a:pPr marL="228600" indent="-228600">
              <a:lnSpc>
                <a:spcPct val="105000"/>
              </a:lnSpc>
              <a:spcBef>
                <a:spcPts val="1000"/>
              </a:spcBef>
              <a:buFont typeface="Arial" panose="020B0604020202020204" pitchFamily="34" charset="0"/>
              <a:buChar char="•"/>
            </a:pPr>
            <a:r>
              <a:rPr lang="en-AU" kern="100" dirty="0">
                <a:cs typeface="Times New Roman"/>
              </a:rPr>
              <a:t>Add a possibility to save views (import DGS feature)</a:t>
            </a:r>
          </a:p>
          <a:p>
            <a:pPr marL="228600" indent="-228600">
              <a:lnSpc>
                <a:spcPct val="105000"/>
              </a:lnSpc>
              <a:spcBef>
                <a:spcPts val="1000"/>
              </a:spcBef>
              <a:buFont typeface="Arial" panose="020B0604020202020204" pitchFamily="34" charset="0"/>
              <a:buChar char="•"/>
            </a:pPr>
            <a:r>
              <a:rPr lang="en-AU" kern="100" dirty="0">
                <a:cs typeface="Times New Roman"/>
              </a:rPr>
              <a:t>NEW - Delegate Workflow Action</a:t>
            </a:r>
          </a:p>
          <a:p>
            <a:pPr marL="228600" indent="-228600">
              <a:lnSpc>
                <a:spcPct val="105000"/>
              </a:lnSpc>
              <a:spcBef>
                <a:spcPts val="1000"/>
              </a:spcBef>
              <a:buFont typeface="Arial" panose="020B0604020202020204" pitchFamily="34" charset="0"/>
              <a:buChar char="•"/>
            </a:pPr>
            <a:r>
              <a:rPr lang="en-AU" kern="100" dirty="0">
                <a:cs typeface="Times New Roman"/>
              </a:rPr>
              <a:t>Improve how historic actions/tasks completed are recorded in timeline and activity log </a:t>
            </a:r>
          </a:p>
          <a:p>
            <a:pPr marL="228600" indent="-228600">
              <a:lnSpc>
                <a:spcPct val="105000"/>
              </a:lnSpc>
              <a:spcBef>
                <a:spcPts val="1000"/>
              </a:spcBef>
              <a:buFont typeface="Arial" panose="020B0604020202020204" pitchFamily="34" charset="0"/>
              <a:buChar char="•"/>
            </a:pPr>
            <a:r>
              <a:rPr lang="en-AU" kern="100" dirty="0">
                <a:cs typeface="Times New Roman"/>
              </a:rPr>
              <a:t>Change Information Security Classification impact on permissions</a:t>
            </a:r>
          </a:p>
          <a:p>
            <a:pPr marL="228600" indent="-228600">
              <a:lnSpc>
                <a:spcPct val="105000"/>
              </a:lnSpc>
              <a:spcBef>
                <a:spcPts val="1000"/>
              </a:spcBef>
              <a:buFont typeface="Arial" panose="020B0604020202020204" pitchFamily="34" charset="0"/>
              <a:buChar char="•"/>
            </a:pPr>
            <a:endParaRPr lang="en-AU" kern="100" dirty="0">
              <a:cs typeface="Times New Roman"/>
            </a:endParaRPr>
          </a:p>
          <a:p>
            <a:pPr>
              <a:lnSpc>
                <a:spcPct val="105000"/>
              </a:lnSpc>
              <a:spcBef>
                <a:spcPts val="1000"/>
              </a:spcBef>
            </a:pPr>
            <a:r>
              <a:rPr lang="en-AU" b="1" kern="100" dirty="0">
                <a:latin typeface="Aptos" panose="020B0004020202020204" pitchFamily="34" charset="0"/>
                <a:ea typeface="Aptos" panose="020B0004020202020204" pitchFamily="34" charset="0"/>
                <a:cs typeface="Times New Roman"/>
              </a:rPr>
              <a:t>Outcome: </a:t>
            </a:r>
            <a:r>
              <a:rPr lang="en-AU" dirty="0">
                <a:latin typeface="Aptos" panose="020B0004020202020204" pitchFamily="34" charset="0"/>
                <a:ea typeface="Aptos" panose="020B0004020202020204" pitchFamily="34" charset="0"/>
                <a:cs typeface="Aptos" panose="020B0004020202020204" pitchFamily="34" charset="0"/>
              </a:rPr>
              <a:t>We have completed the UAT for Sprint 4, analysed the results, raised defects where required and change request for Cabinet draft stage, PPQ bulk download, PPQ Bulk update.</a:t>
            </a:r>
          </a:p>
          <a:p>
            <a:pPr marL="228600" indent="-228600">
              <a:lnSpc>
                <a:spcPct val="105000"/>
              </a:lnSpc>
              <a:spcBef>
                <a:spcPts val="1000"/>
              </a:spcBef>
              <a:buFont typeface="Arial" panose="020B0604020202020204" pitchFamily="34" charset="0"/>
              <a:buChar char="•"/>
            </a:pPr>
            <a:endParaRPr lang="en-AU" kern="100" dirty="0">
              <a:cs typeface="Times New Roman"/>
            </a:endParaRPr>
          </a:p>
        </p:txBody>
      </p:sp>
    </p:spTree>
    <p:extLst>
      <p:ext uri="{BB962C8B-B14F-4D97-AF65-F5344CB8AC3E}">
        <p14:creationId xmlns:p14="http://schemas.microsoft.com/office/powerpoint/2010/main" val="3463015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4847-DC2C-C2F9-64E9-A90FD9427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B4A53-518B-9F9B-0D40-EF7DBC071047}"/>
              </a:ext>
            </a:extLst>
          </p:cNvPr>
          <p:cNvSpPr>
            <a:spLocks noGrp="1"/>
          </p:cNvSpPr>
          <p:nvPr>
            <p:ph type="title"/>
          </p:nvPr>
        </p:nvSpPr>
        <p:spPr/>
        <p:txBody>
          <a:bodyPr/>
          <a:lstStyle/>
          <a:p>
            <a:r>
              <a:rPr lang="en-US" dirty="0">
                <a:solidFill>
                  <a:srgbClr val="000000"/>
                </a:solidFill>
              </a:rPr>
              <a:t>User Acceptance Testing Execution Result – Sprint Cycle 4 </a:t>
            </a:r>
            <a:endParaRPr lang="en-AU" dirty="0">
              <a:solidFill>
                <a:srgbClr val="000000"/>
              </a:solidFill>
            </a:endParaRPr>
          </a:p>
        </p:txBody>
      </p:sp>
      <p:graphicFrame>
        <p:nvGraphicFramePr>
          <p:cNvPr id="3" name="Table 2">
            <a:extLst>
              <a:ext uri="{FF2B5EF4-FFF2-40B4-BE49-F238E27FC236}">
                <a16:creationId xmlns:a16="http://schemas.microsoft.com/office/drawing/2014/main" id="{A0FFDF78-D76A-F671-4C43-9EB626DE8EAC}"/>
              </a:ext>
            </a:extLst>
          </p:cNvPr>
          <p:cNvGraphicFramePr>
            <a:graphicFrameLocks noGrp="1"/>
          </p:cNvGraphicFramePr>
          <p:nvPr>
            <p:extLst>
              <p:ext uri="{D42A27DB-BD31-4B8C-83A1-F6EECF244321}">
                <p14:modId xmlns:p14="http://schemas.microsoft.com/office/powerpoint/2010/main" val="1717127697"/>
              </p:ext>
            </p:extLst>
          </p:nvPr>
        </p:nvGraphicFramePr>
        <p:xfrm>
          <a:off x="803275" y="1534886"/>
          <a:ext cx="10267495" cy="4169228"/>
        </p:xfrm>
        <a:graphic>
          <a:graphicData uri="http://schemas.openxmlformats.org/drawingml/2006/table">
            <a:tbl>
              <a:tblPr/>
              <a:tblGrid>
                <a:gridCol w="1018912">
                  <a:extLst>
                    <a:ext uri="{9D8B030D-6E8A-4147-A177-3AD203B41FA5}">
                      <a16:colId xmlns:a16="http://schemas.microsoft.com/office/drawing/2014/main" val="690750516"/>
                    </a:ext>
                  </a:extLst>
                </a:gridCol>
                <a:gridCol w="721076">
                  <a:extLst>
                    <a:ext uri="{9D8B030D-6E8A-4147-A177-3AD203B41FA5}">
                      <a16:colId xmlns:a16="http://schemas.microsoft.com/office/drawing/2014/main" val="1139530725"/>
                    </a:ext>
                  </a:extLst>
                </a:gridCol>
                <a:gridCol w="4248078">
                  <a:extLst>
                    <a:ext uri="{9D8B030D-6E8A-4147-A177-3AD203B41FA5}">
                      <a16:colId xmlns:a16="http://schemas.microsoft.com/office/drawing/2014/main" val="2534724785"/>
                    </a:ext>
                  </a:extLst>
                </a:gridCol>
                <a:gridCol w="2335659">
                  <a:extLst>
                    <a:ext uri="{9D8B030D-6E8A-4147-A177-3AD203B41FA5}">
                      <a16:colId xmlns:a16="http://schemas.microsoft.com/office/drawing/2014/main" val="2966038794"/>
                    </a:ext>
                  </a:extLst>
                </a:gridCol>
                <a:gridCol w="1943770">
                  <a:extLst>
                    <a:ext uri="{9D8B030D-6E8A-4147-A177-3AD203B41FA5}">
                      <a16:colId xmlns:a16="http://schemas.microsoft.com/office/drawing/2014/main" val="1020684583"/>
                    </a:ext>
                  </a:extLst>
                </a:gridCol>
              </a:tblGrid>
              <a:tr h="323588">
                <a:tc>
                  <a:txBody>
                    <a:bodyPr/>
                    <a:lstStyle/>
                    <a:p>
                      <a:pPr algn="ctr" fontAlgn="ctr">
                        <a:buNone/>
                      </a:pPr>
                      <a:r>
                        <a:rPr lang="en-AU" sz="1100" b="1" i="0" u="none" strike="noStrike">
                          <a:solidFill>
                            <a:srgbClr val="000000"/>
                          </a:solidFill>
                          <a:effectLst/>
                          <a:latin typeface="Aptos Narrow" panose="020B0004020202020204" pitchFamily="34" charset="0"/>
                        </a:rPr>
                        <a:t>Sprint</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ID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Title </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Status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UAT completed</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503512028"/>
                  </a:ext>
                </a:extLst>
              </a:tr>
              <a:tr h="615377">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59506</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NEW - Display only four sensitivity labels and enforce MaPS-specific access rules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7/10/2025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7068519"/>
                  </a:ext>
                </a:extLst>
              </a:tr>
              <a:tr h="346033">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57421</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Automatic cover page signature block</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1" i="0" u="none" strike="noStrike">
                          <a:solidFill>
                            <a:srgbClr val="FF0000"/>
                          </a:solidFill>
                          <a:effectLst/>
                          <a:latin typeface="Calibri" panose="020F0502020204030204" pitchFamily="34" charset="0"/>
                        </a:rPr>
                        <a:t>FAIL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a:solidFill>
                            <a:srgbClr val="000000"/>
                          </a:solidFill>
                          <a:effectLst/>
                          <a:latin typeface="Aptos Narrow" panose="020B0004020202020204" pitchFamily="34" charset="0"/>
                        </a:rPr>
                        <a:t>7/10/2025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5140763"/>
                  </a:ext>
                </a:extLst>
              </a:tr>
              <a:tr h="615377">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57401</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Add option to upload signed doc during decision-making process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9/10/2025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4533017"/>
                  </a:ext>
                </a:extLst>
              </a:tr>
              <a:tr h="346033">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57388</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Enhance Signature functionality</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9/10/2025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3509676"/>
                  </a:ext>
                </a:extLst>
              </a:tr>
              <a:tr h="346033">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56703</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Add a possibility to save views (import DGS feature)</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9/10/2025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82513"/>
                  </a:ext>
                </a:extLst>
              </a:tr>
              <a:tr h="346033">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57772</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NEW - Delegate Workflow Action</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1" i="0" u="none" strike="noStrike">
                          <a:solidFill>
                            <a:srgbClr val="FFC000"/>
                          </a:solidFill>
                          <a:effectLst/>
                          <a:latin typeface="Calibri" panose="020F0502020204030204" pitchFamily="34" charset="0"/>
                        </a:rPr>
                        <a:t>Pending</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endParaRPr lang="en-AU" sz="1100" b="0" i="0" u="none" strike="noStrike">
                        <a:solidFill>
                          <a:srgbClr val="000000"/>
                        </a:solidFill>
                        <a:effectLst/>
                        <a:latin typeface="Aptos Narrow" panose="020B0004020202020204" pitchFamily="34" charset="0"/>
                      </a:endParaRP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202459"/>
                  </a:ext>
                </a:extLst>
              </a:tr>
              <a:tr h="615377">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56693</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Improve how historic actions/tasks completed are recorded in timeline and activity log (PastTenseVerb)</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a:solidFill>
                            <a:srgbClr val="000000"/>
                          </a:solidFill>
                          <a:effectLst/>
                          <a:latin typeface="Aptos Narrow" panose="020B000402020202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a:solidFill>
                            <a:srgbClr val="000000"/>
                          </a:solidFill>
                          <a:effectLst/>
                          <a:latin typeface="Aptos Narrow" panose="020B0004020202020204" pitchFamily="34" charset="0"/>
                        </a:rPr>
                        <a:t>14/10/2025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9474028"/>
                  </a:ext>
                </a:extLst>
              </a:tr>
              <a:tr h="615377">
                <a:tc>
                  <a:txBody>
                    <a:bodyPr/>
                    <a:lstStyle/>
                    <a:p>
                      <a:pPr algn="l" fontAlgn="t">
                        <a:buNone/>
                      </a:pPr>
                      <a:r>
                        <a:rPr lang="en-AU" sz="1200" b="0" i="0" u="none" strike="noStrike">
                          <a:solidFill>
                            <a:srgbClr val="000000"/>
                          </a:solidFill>
                          <a:effectLst/>
                          <a:latin typeface="Calibri" panose="020F0502020204030204" pitchFamily="34" charset="0"/>
                        </a:rPr>
                        <a:t>Sprint 4</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en-AU" sz="1200" b="0" i="0" u="none" strike="noStrike">
                          <a:solidFill>
                            <a:srgbClr val="000000"/>
                          </a:solidFill>
                          <a:effectLst/>
                          <a:latin typeface="Calibri" panose="020F0502020204030204" pitchFamily="34" charset="0"/>
                        </a:rPr>
                        <a:t>57269</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Change Information Security Classification impact on permissions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dirty="0">
                          <a:solidFill>
                            <a:srgbClr val="000000"/>
                          </a:solidFill>
                          <a:effectLst/>
                          <a:latin typeface="Aptos Narrow" panose="020B0004020202020204" pitchFamily="34" charset="0"/>
                        </a:rPr>
                        <a:t>14/10/2025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7282518"/>
                  </a:ext>
                </a:extLst>
              </a:tr>
            </a:tbl>
          </a:graphicData>
        </a:graphic>
      </p:graphicFrame>
    </p:spTree>
    <p:extLst>
      <p:ext uri="{BB962C8B-B14F-4D97-AF65-F5344CB8AC3E}">
        <p14:creationId xmlns:p14="http://schemas.microsoft.com/office/powerpoint/2010/main" val="1775617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8001-C95A-0D50-9B03-2170702C3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6EEE5-BCCD-3FEB-0202-DBF445230C8C}"/>
              </a:ext>
            </a:extLst>
          </p:cNvPr>
          <p:cNvSpPr>
            <a:spLocks noGrp="1"/>
          </p:cNvSpPr>
          <p:nvPr>
            <p:ph type="title"/>
          </p:nvPr>
        </p:nvSpPr>
        <p:spPr/>
        <p:txBody>
          <a:bodyPr/>
          <a:lstStyle/>
          <a:p>
            <a:r>
              <a:rPr lang="en-AU" dirty="0"/>
              <a:t>BC Sprint Cycle 5 - Completed</a:t>
            </a:r>
            <a:endParaRPr lang="en-AU" dirty="0">
              <a:solidFill>
                <a:srgbClr val="000000"/>
              </a:solidFill>
            </a:endParaRPr>
          </a:p>
        </p:txBody>
      </p:sp>
      <p:sp>
        <p:nvSpPr>
          <p:cNvPr id="7" name="TextBox 6">
            <a:extLst>
              <a:ext uri="{FF2B5EF4-FFF2-40B4-BE49-F238E27FC236}">
                <a16:creationId xmlns:a16="http://schemas.microsoft.com/office/drawing/2014/main" id="{679A6CF9-15C8-B376-21CD-1F482339F0EF}"/>
              </a:ext>
            </a:extLst>
          </p:cNvPr>
          <p:cNvSpPr txBox="1"/>
          <p:nvPr/>
        </p:nvSpPr>
        <p:spPr>
          <a:xfrm>
            <a:off x="803275" y="1556657"/>
            <a:ext cx="9618682" cy="4066691"/>
          </a:xfrm>
          <a:prstGeom prst="rect">
            <a:avLst/>
          </a:prstGeom>
          <a:noFill/>
        </p:spPr>
        <p:txBody>
          <a:bodyPr wrap="square">
            <a:spAutoFit/>
          </a:bodyPr>
          <a:lstStyle/>
          <a:p>
            <a:pPr marL="228600" indent="-228600">
              <a:lnSpc>
                <a:spcPct val="105000"/>
              </a:lnSpc>
              <a:spcBef>
                <a:spcPts val="1000"/>
              </a:spcBef>
              <a:buFont typeface="Arial" panose="020B0604020202020204" pitchFamily="34" charset="0"/>
              <a:buChar char="•"/>
            </a:pPr>
            <a:r>
              <a:rPr lang="en-AU" b="1" kern="100" dirty="0">
                <a:ea typeface="Aptos" panose="020B0004020202020204" pitchFamily="34" charset="0"/>
                <a:cs typeface="Times New Roman"/>
              </a:rPr>
              <a:t>The following user stories are included in BC Sprint Cycle 5:</a:t>
            </a: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r>
              <a:rPr lang="en-AU" kern="100" dirty="0">
                <a:cs typeface="Times New Roman"/>
              </a:rPr>
              <a:t>Ability to configure which users can create certain record types</a:t>
            </a:r>
          </a:p>
          <a:p>
            <a:pPr marL="228600" indent="-228600">
              <a:lnSpc>
                <a:spcPct val="105000"/>
              </a:lnSpc>
              <a:spcBef>
                <a:spcPts val="1000"/>
              </a:spcBef>
              <a:buFont typeface="Arial" panose="020B0604020202020204" pitchFamily="34" charset="0"/>
              <a:buChar char="•"/>
            </a:pPr>
            <a:r>
              <a:rPr lang="en-AU" kern="100" dirty="0">
                <a:cs typeface="Times New Roman"/>
              </a:rPr>
              <a:t>Configurable Document Metadata</a:t>
            </a:r>
          </a:p>
          <a:p>
            <a:pPr marL="228600" indent="-228600">
              <a:lnSpc>
                <a:spcPct val="105000"/>
              </a:lnSpc>
              <a:spcBef>
                <a:spcPts val="1000"/>
              </a:spcBef>
              <a:buFont typeface="Arial" panose="020B0604020202020204" pitchFamily="34" charset="0"/>
              <a:buChar char="•"/>
            </a:pPr>
            <a:r>
              <a:rPr lang="en-AU" kern="100" dirty="0">
                <a:cs typeface="Times New Roman"/>
              </a:rPr>
              <a:t>Enhance Field Placement and Section Grouping in Record Wizards and Metadata Forms</a:t>
            </a:r>
          </a:p>
          <a:p>
            <a:pPr marL="228600" indent="-228600">
              <a:lnSpc>
                <a:spcPct val="105000"/>
              </a:lnSpc>
              <a:spcBef>
                <a:spcPts val="1000"/>
              </a:spcBef>
              <a:buFont typeface="Arial" panose="020B0604020202020204" pitchFamily="34" charset="0"/>
              <a:buChar char="•"/>
            </a:pPr>
            <a:r>
              <a:rPr lang="en-AU" kern="100" dirty="0">
                <a:cs typeface="Times New Roman"/>
              </a:rPr>
              <a:t>Enhance clone record functionality</a:t>
            </a:r>
          </a:p>
          <a:p>
            <a:pPr>
              <a:lnSpc>
                <a:spcPct val="105000"/>
              </a:lnSpc>
              <a:spcBef>
                <a:spcPts val="1000"/>
              </a:spcBef>
            </a:pPr>
            <a:endParaRPr lang="en-AU" kern="100" dirty="0">
              <a:cs typeface="Times New Roman"/>
            </a:endParaRPr>
          </a:p>
          <a:p>
            <a:pPr>
              <a:lnSpc>
                <a:spcPct val="105000"/>
              </a:lnSpc>
              <a:spcBef>
                <a:spcPts val="1000"/>
              </a:spcBef>
            </a:pPr>
            <a:r>
              <a:rPr lang="en-AU" b="1" kern="100" dirty="0">
                <a:latin typeface="Aptos" panose="020B0004020202020204" pitchFamily="34" charset="0"/>
                <a:ea typeface="Aptos" panose="020B0004020202020204" pitchFamily="34" charset="0"/>
                <a:cs typeface="Times New Roman"/>
              </a:rPr>
              <a:t>Outcome: </a:t>
            </a:r>
            <a:r>
              <a:rPr lang="en-AU" dirty="0">
                <a:latin typeface="Aptos" panose="020B0004020202020204" pitchFamily="34" charset="0"/>
                <a:ea typeface="Aptos" panose="020B0004020202020204" pitchFamily="34" charset="0"/>
                <a:cs typeface="Aptos" panose="020B0004020202020204" pitchFamily="34" charset="0"/>
              </a:rPr>
              <a:t>We have completed the UAT for Sprint 5, analysed the results, raised defects where required and change request for Power Bi reporting, document signature management</a:t>
            </a:r>
          </a:p>
          <a:p>
            <a:pPr>
              <a:lnSpc>
                <a:spcPct val="105000"/>
              </a:lnSpc>
              <a:spcBef>
                <a:spcPts val="1000"/>
              </a:spcBef>
            </a:pPr>
            <a:endParaRPr lang="en-AU" sz="2200" kern="100" dirty="0">
              <a:cs typeface="Times New Roman"/>
            </a:endParaRPr>
          </a:p>
        </p:txBody>
      </p:sp>
    </p:spTree>
    <p:extLst>
      <p:ext uri="{BB962C8B-B14F-4D97-AF65-F5344CB8AC3E}">
        <p14:creationId xmlns:p14="http://schemas.microsoft.com/office/powerpoint/2010/main" val="257317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AC04-E99D-7B2C-AD16-7A212922D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F8087-DAD8-1F92-F835-C281BC8E7EE8}"/>
              </a:ext>
            </a:extLst>
          </p:cNvPr>
          <p:cNvSpPr>
            <a:spLocks noGrp="1"/>
          </p:cNvSpPr>
          <p:nvPr>
            <p:ph type="title"/>
          </p:nvPr>
        </p:nvSpPr>
        <p:spPr/>
        <p:txBody>
          <a:bodyPr/>
          <a:lstStyle/>
          <a:p>
            <a:r>
              <a:rPr lang="en-US" dirty="0">
                <a:solidFill>
                  <a:srgbClr val="000000"/>
                </a:solidFill>
              </a:rPr>
              <a:t>User Acceptance Testing Execution Result – Sprint Cycle 5</a:t>
            </a:r>
            <a:endParaRPr lang="en-AU" dirty="0">
              <a:solidFill>
                <a:srgbClr val="000000"/>
              </a:solidFill>
            </a:endParaRPr>
          </a:p>
        </p:txBody>
      </p:sp>
      <p:graphicFrame>
        <p:nvGraphicFramePr>
          <p:cNvPr id="3" name="Table 2">
            <a:extLst>
              <a:ext uri="{FF2B5EF4-FFF2-40B4-BE49-F238E27FC236}">
                <a16:creationId xmlns:a16="http://schemas.microsoft.com/office/drawing/2014/main" id="{6BAEF770-7BE5-1D11-013D-07FBCA750F5A}"/>
              </a:ext>
            </a:extLst>
          </p:cNvPr>
          <p:cNvGraphicFramePr>
            <a:graphicFrameLocks noGrp="1"/>
          </p:cNvGraphicFramePr>
          <p:nvPr>
            <p:extLst>
              <p:ext uri="{D42A27DB-BD31-4B8C-83A1-F6EECF244321}">
                <p14:modId xmlns:p14="http://schemas.microsoft.com/office/powerpoint/2010/main" val="31864125"/>
              </p:ext>
            </p:extLst>
          </p:nvPr>
        </p:nvGraphicFramePr>
        <p:xfrm>
          <a:off x="1001486" y="1556657"/>
          <a:ext cx="9409339" cy="2982686"/>
        </p:xfrm>
        <a:graphic>
          <a:graphicData uri="http://schemas.openxmlformats.org/drawingml/2006/table">
            <a:tbl>
              <a:tblPr/>
              <a:tblGrid>
                <a:gridCol w="933752">
                  <a:extLst>
                    <a:ext uri="{9D8B030D-6E8A-4147-A177-3AD203B41FA5}">
                      <a16:colId xmlns:a16="http://schemas.microsoft.com/office/drawing/2014/main" val="1391307198"/>
                    </a:ext>
                  </a:extLst>
                </a:gridCol>
                <a:gridCol w="660808">
                  <a:extLst>
                    <a:ext uri="{9D8B030D-6E8A-4147-A177-3AD203B41FA5}">
                      <a16:colId xmlns:a16="http://schemas.microsoft.com/office/drawing/2014/main" val="1972782285"/>
                    </a:ext>
                  </a:extLst>
                </a:gridCol>
                <a:gridCol w="3893024">
                  <a:extLst>
                    <a:ext uri="{9D8B030D-6E8A-4147-A177-3AD203B41FA5}">
                      <a16:colId xmlns:a16="http://schemas.microsoft.com/office/drawing/2014/main" val="2398253108"/>
                    </a:ext>
                  </a:extLst>
                </a:gridCol>
                <a:gridCol w="2140445">
                  <a:extLst>
                    <a:ext uri="{9D8B030D-6E8A-4147-A177-3AD203B41FA5}">
                      <a16:colId xmlns:a16="http://schemas.microsoft.com/office/drawing/2014/main" val="251315871"/>
                    </a:ext>
                  </a:extLst>
                </a:gridCol>
                <a:gridCol w="1781310">
                  <a:extLst>
                    <a:ext uri="{9D8B030D-6E8A-4147-A177-3AD203B41FA5}">
                      <a16:colId xmlns:a16="http://schemas.microsoft.com/office/drawing/2014/main" val="1079879647"/>
                    </a:ext>
                  </a:extLst>
                </a:gridCol>
              </a:tblGrid>
              <a:tr h="429646">
                <a:tc>
                  <a:txBody>
                    <a:bodyPr/>
                    <a:lstStyle/>
                    <a:p>
                      <a:pPr algn="ctr" fontAlgn="ctr">
                        <a:buNone/>
                      </a:pPr>
                      <a:r>
                        <a:rPr lang="en-AU" sz="1100" b="1" i="0" u="none" strike="noStrike">
                          <a:solidFill>
                            <a:srgbClr val="000000"/>
                          </a:solidFill>
                          <a:effectLst/>
                          <a:latin typeface="Aptos Narrow" panose="020B0004020202020204" pitchFamily="34" charset="0"/>
                        </a:rPr>
                        <a:t>Sprint</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ID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Title </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Status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ctr" fontAlgn="ctr">
                        <a:buNone/>
                      </a:pPr>
                      <a:r>
                        <a:rPr lang="en-AU" sz="1100" b="1" i="0" u="none" strike="noStrike">
                          <a:solidFill>
                            <a:srgbClr val="000000"/>
                          </a:solidFill>
                          <a:effectLst/>
                          <a:latin typeface="Aptos Narrow" panose="020B0004020202020204" pitchFamily="34" charset="0"/>
                        </a:rPr>
                        <a:t>UAT completed</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456987400"/>
                  </a:ext>
                </a:extLst>
              </a:tr>
              <a:tr h="817072">
                <a:tc>
                  <a:txBody>
                    <a:bodyPr/>
                    <a:lstStyle/>
                    <a:p>
                      <a:pPr algn="l" fontAlgn="t">
                        <a:buNone/>
                      </a:pPr>
                      <a:r>
                        <a:rPr lang="en-AU" sz="1200" b="0" i="0" u="none" strike="noStrike">
                          <a:solidFill>
                            <a:srgbClr val="000000"/>
                          </a:solidFill>
                          <a:effectLst/>
                          <a:latin typeface="Calibri" panose="020F0502020204030204" pitchFamily="34" charset="0"/>
                        </a:rPr>
                        <a:t>Sprint 5</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55610</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Ability to configure which users can create certain record types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Only System Testing(Config)</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AU" sz="1100" b="0" i="0" u="none" strike="noStrike">
                          <a:solidFill>
                            <a:srgbClr val="000000"/>
                          </a:solidFill>
                          <a:effectLst/>
                          <a:latin typeface="Aptos Narrow" panose="020B0004020202020204" pitchFamily="34" charset="0"/>
                        </a:rPr>
                        <a:t>N/A</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5996277"/>
                  </a:ext>
                </a:extLst>
              </a:tr>
              <a:tr h="459448">
                <a:tc>
                  <a:txBody>
                    <a:bodyPr/>
                    <a:lstStyle/>
                    <a:p>
                      <a:pPr algn="l" fontAlgn="t">
                        <a:buNone/>
                      </a:pPr>
                      <a:r>
                        <a:rPr lang="en-AU" sz="1200" b="0" i="0" u="none" strike="noStrike">
                          <a:solidFill>
                            <a:srgbClr val="000000"/>
                          </a:solidFill>
                          <a:effectLst/>
                          <a:latin typeface="Calibri" panose="020F0502020204030204" pitchFamily="34" charset="0"/>
                        </a:rPr>
                        <a:t>Sprint 5</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55648</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Configurable Document Metadata</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a:solidFill>
                            <a:srgbClr val="000000"/>
                          </a:solidFill>
                          <a:effectLst/>
                          <a:latin typeface="Aptos Narrow" panose="020B0004020202020204" pitchFamily="34" charset="0"/>
                        </a:rPr>
                        <a:t>15/10/2025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704669"/>
                  </a:ext>
                </a:extLst>
              </a:tr>
              <a:tr h="817072">
                <a:tc>
                  <a:txBody>
                    <a:bodyPr/>
                    <a:lstStyle/>
                    <a:p>
                      <a:pPr algn="l" fontAlgn="t">
                        <a:buNone/>
                      </a:pPr>
                      <a:r>
                        <a:rPr lang="en-AU" sz="1200" b="0" i="0" u="none" strike="noStrike">
                          <a:solidFill>
                            <a:srgbClr val="000000"/>
                          </a:solidFill>
                          <a:effectLst/>
                          <a:latin typeface="Calibri" panose="020F0502020204030204" pitchFamily="34" charset="0"/>
                        </a:rPr>
                        <a:t>Sprint 5</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57423</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Enhance Field Placement and Section Grouping in Record Wizards and Metadata Forms</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a:solidFill>
                            <a:srgbClr val="000000"/>
                          </a:solidFill>
                          <a:effectLst/>
                          <a:latin typeface="Aptos Narrow" panose="020B0004020202020204" pitchFamily="34" charset="0"/>
                        </a:rPr>
                        <a:t>15/10/2025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2217580"/>
                  </a:ext>
                </a:extLst>
              </a:tr>
              <a:tr h="459448">
                <a:tc>
                  <a:txBody>
                    <a:bodyPr/>
                    <a:lstStyle/>
                    <a:p>
                      <a:pPr algn="l" fontAlgn="t">
                        <a:buNone/>
                      </a:pPr>
                      <a:r>
                        <a:rPr lang="en-AU" sz="1200" b="0" i="0" u="none" strike="noStrike">
                          <a:solidFill>
                            <a:srgbClr val="000000"/>
                          </a:solidFill>
                          <a:effectLst/>
                          <a:latin typeface="Calibri" panose="020F0502020204030204" pitchFamily="34" charset="0"/>
                        </a:rPr>
                        <a:t>Sprint 5</a:t>
                      </a:r>
                    </a:p>
                  </a:txBody>
                  <a:tcPr marL="6350" marR="6350" marT="635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57085</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AU" sz="1200" b="0" i="0" u="none" strike="noStrike">
                          <a:solidFill>
                            <a:srgbClr val="000000"/>
                          </a:solidFill>
                          <a:effectLst/>
                          <a:latin typeface="Calibri" panose="020F0502020204030204" pitchFamily="34" charset="0"/>
                        </a:rPr>
                        <a:t>Enhance clone record functionality</a:t>
                      </a:r>
                    </a:p>
                  </a:txBody>
                  <a:tcPr marL="6350" marR="6350" marT="635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AU" sz="1200" b="0" i="0" u="none" strike="noStrike">
                          <a:solidFill>
                            <a:srgbClr val="000000"/>
                          </a:solidFill>
                          <a:effectLst/>
                          <a:latin typeface="Calibri" panose="020F0502020204030204" pitchFamily="34" charset="0"/>
                        </a:rPr>
                        <a:t>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AU" sz="1100" b="0" i="0" u="none" strike="noStrike" dirty="0">
                          <a:solidFill>
                            <a:srgbClr val="000000"/>
                          </a:solidFill>
                          <a:effectLst/>
                          <a:latin typeface="Aptos Narrow" panose="020B0004020202020204" pitchFamily="34" charset="0"/>
                        </a:rPr>
                        <a:t>15/10/2025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6732351"/>
                  </a:ext>
                </a:extLst>
              </a:tr>
            </a:tbl>
          </a:graphicData>
        </a:graphic>
      </p:graphicFrame>
    </p:spTree>
    <p:extLst>
      <p:ext uri="{BB962C8B-B14F-4D97-AF65-F5344CB8AC3E}">
        <p14:creationId xmlns:p14="http://schemas.microsoft.com/office/powerpoint/2010/main" val="726943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0BCB-9EA1-7523-ED0A-E40CEE5D8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A0E18-3568-22B2-281C-6113FC5BA8E2}"/>
              </a:ext>
            </a:extLst>
          </p:cNvPr>
          <p:cNvSpPr>
            <a:spLocks noGrp="1"/>
          </p:cNvSpPr>
          <p:nvPr>
            <p:ph type="title"/>
          </p:nvPr>
        </p:nvSpPr>
        <p:spPr/>
        <p:txBody>
          <a:bodyPr/>
          <a:lstStyle/>
          <a:p>
            <a:r>
              <a:rPr lang="en-AU" dirty="0"/>
              <a:t>BC E2E UAT– Planned(Week 08/12/2025)</a:t>
            </a:r>
            <a:endParaRPr lang="en-AU" dirty="0">
              <a:solidFill>
                <a:srgbClr val="000000"/>
              </a:solidFill>
            </a:endParaRPr>
          </a:p>
        </p:txBody>
      </p:sp>
      <p:sp>
        <p:nvSpPr>
          <p:cNvPr id="5" name="TextBox 4">
            <a:extLst>
              <a:ext uri="{FF2B5EF4-FFF2-40B4-BE49-F238E27FC236}">
                <a16:creationId xmlns:a16="http://schemas.microsoft.com/office/drawing/2014/main" id="{6A394CAB-ADB5-886B-D260-D828901BD78F}"/>
              </a:ext>
            </a:extLst>
          </p:cNvPr>
          <p:cNvSpPr txBox="1"/>
          <p:nvPr/>
        </p:nvSpPr>
        <p:spPr>
          <a:xfrm>
            <a:off x="925417" y="1255924"/>
            <a:ext cx="9426897" cy="3491725"/>
          </a:xfrm>
          <a:prstGeom prst="rect">
            <a:avLst/>
          </a:prstGeom>
          <a:noFill/>
        </p:spPr>
        <p:txBody>
          <a:bodyPr wrap="square">
            <a:spAutoFit/>
          </a:bodyPr>
          <a:lstStyle/>
          <a:p>
            <a:pPr>
              <a:lnSpc>
                <a:spcPct val="105000"/>
              </a:lnSpc>
              <a:spcBef>
                <a:spcPts val="1000"/>
              </a:spcBef>
            </a:pPr>
            <a:r>
              <a:rPr lang="en-AU" b="1" kern="100" dirty="0">
                <a:cs typeface="Times New Roman"/>
              </a:rPr>
              <a:t>The following user stories are included in BC E2E UAT:</a:t>
            </a:r>
          </a:p>
          <a:p>
            <a:pPr>
              <a:lnSpc>
                <a:spcPct val="105000"/>
              </a:lnSpc>
              <a:spcBef>
                <a:spcPts val="1000"/>
              </a:spcBef>
            </a:pPr>
            <a:endParaRPr lang="en-AU" b="1" kern="100" dirty="0">
              <a:cs typeface="Times New Roman"/>
            </a:endParaRP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CAB SUB Record Type </a:t>
            </a:r>
            <a:r>
              <a:rPr lang="en-AU" sz="1600" kern="100" dirty="0">
                <a:cs typeface="Times New Roman"/>
              </a:rPr>
              <a:t>(Planned -08/12/2025 – Monday)</a:t>
            </a: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Correspondence Record Type</a:t>
            </a:r>
            <a:r>
              <a:rPr lang="en-AU" sz="1600" kern="100" dirty="0">
                <a:cs typeface="Times New Roman"/>
              </a:rPr>
              <a:t> (Planned – 09/12/2025 – Tuesday)</a:t>
            </a: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Briefing for Decision Record Type (</a:t>
            </a:r>
            <a:r>
              <a:rPr lang="en-AU" sz="1600" kern="100" dirty="0">
                <a:cs typeface="Times New Roman"/>
              </a:rPr>
              <a:t>Planned – 11/12/2025 – Tuesday)</a:t>
            </a: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Briefing for Noting Record Type</a:t>
            </a:r>
            <a:r>
              <a:rPr lang="en-AU" sz="1600" kern="100" dirty="0">
                <a:cs typeface="Times New Roman"/>
              </a:rPr>
              <a:t> (Planned – 11/12/2025 – Tuesday)</a:t>
            </a: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CAB CRD Record Type</a:t>
            </a:r>
            <a:r>
              <a:rPr lang="en-AU" sz="1600" kern="100" dirty="0">
                <a:cs typeface="Times New Roman"/>
              </a:rPr>
              <a:t>(Planned – 12/12/2025 – Tuesday)</a:t>
            </a:r>
          </a:p>
          <a:p>
            <a:pPr marL="228600" indent="-228600">
              <a:lnSpc>
                <a:spcPct val="105000"/>
              </a:lnSpc>
              <a:spcBef>
                <a:spcPts val="1000"/>
              </a:spcBef>
              <a:buFont typeface="Arial" panose="020B0604020202020204" pitchFamily="34" charset="0"/>
              <a:buChar char="•"/>
            </a:pPr>
            <a:r>
              <a:rPr lang="en-AU" sz="1600" b="1" kern="100" dirty="0">
                <a:cs typeface="Times New Roman"/>
              </a:rPr>
              <a:t>E2E testing for CAB BRI Record Type(</a:t>
            </a:r>
            <a:r>
              <a:rPr lang="en-AU" sz="1600" kern="100" dirty="0">
                <a:cs typeface="Times New Roman"/>
              </a:rPr>
              <a:t>Planned – 12/12/2025 – Tuesday)</a:t>
            </a:r>
          </a:p>
          <a:p>
            <a:pPr marL="228600" indent="-228600">
              <a:lnSpc>
                <a:spcPct val="105000"/>
              </a:lnSpc>
              <a:spcBef>
                <a:spcPts val="1000"/>
              </a:spcBef>
              <a:buFont typeface="Arial" panose="020B0604020202020204" pitchFamily="34" charset="0"/>
              <a:buChar char="•"/>
            </a:pPr>
            <a:endParaRPr lang="en-AU" sz="1600" kern="100" dirty="0">
              <a:cs typeface="Times New Roman"/>
            </a:endParaRPr>
          </a:p>
        </p:txBody>
      </p:sp>
    </p:spTree>
    <p:extLst>
      <p:ext uri="{BB962C8B-B14F-4D97-AF65-F5344CB8AC3E}">
        <p14:creationId xmlns:p14="http://schemas.microsoft.com/office/powerpoint/2010/main" val="2689590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BCAB-60BC-9336-9B8F-67C8F8EFA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3CAAD-06A8-FDA2-8532-611244CF152F}"/>
              </a:ext>
            </a:extLst>
          </p:cNvPr>
          <p:cNvSpPr>
            <a:spLocks noGrp="1"/>
          </p:cNvSpPr>
          <p:nvPr>
            <p:ph type="title"/>
          </p:nvPr>
        </p:nvSpPr>
        <p:spPr/>
        <p:txBody>
          <a:bodyPr/>
          <a:lstStyle/>
          <a:p>
            <a:r>
              <a:rPr lang="en-AU" dirty="0"/>
              <a:t>BC E2E UAT– Planned(17/12/2025)</a:t>
            </a:r>
            <a:endParaRPr lang="en-AU" dirty="0">
              <a:solidFill>
                <a:srgbClr val="000000"/>
              </a:solidFill>
            </a:endParaRPr>
          </a:p>
        </p:txBody>
      </p:sp>
      <p:sp>
        <p:nvSpPr>
          <p:cNvPr id="4" name="TextBox 3">
            <a:extLst>
              <a:ext uri="{FF2B5EF4-FFF2-40B4-BE49-F238E27FC236}">
                <a16:creationId xmlns:a16="http://schemas.microsoft.com/office/drawing/2014/main" id="{A7E329BF-C750-8C0B-2785-0FFB5BC1F085}"/>
              </a:ext>
            </a:extLst>
          </p:cNvPr>
          <p:cNvSpPr txBox="1"/>
          <p:nvPr/>
        </p:nvSpPr>
        <p:spPr>
          <a:xfrm>
            <a:off x="958466" y="1322024"/>
            <a:ext cx="9861933" cy="2458494"/>
          </a:xfrm>
          <a:prstGeom prst="rect">
            <a:avLst/>
          </a:prstGeom>
          <a:noFill/>
        </p:spPr>
        <p:txBody>
          <a:bodyPr wrap="square">
            <a:spAutoFit/>
          </a:bodyPr>
          <a:lstStyle/>
          <a:p>
            <a:pPr>
              <a:lnSpc>
                <a:spcPct val="105000"/>
              </a:lnSpc>
              <a:spcBef>
                <a:spcPts val="1000"/>
              </a:spcBef>
            </a:pPr>
            <a:r>
              <a:rPr lang="en-AU" b="1" kern="100" dirty="0">
                <a:cs typeface="Times New Roman"/>
              </a:rPr>
              <a:t>The following user stories are included in BC E2E UAT:</a:t>
            </a:r>
          </a:p>
          <a:p>
            <a:pPr>
              <a:lnSpc>
                <a:spcPct val="105000"/>
              </a:lnSpc>
              <a:spcBef>
                <a:spcPts val="1000"/>
              </a:spcBef>
            </a:pPr>
            <a:endParaRPr lang="en-AU" b="1" kern="100" dirty="0">
              <a:cs typeface="Times New Roman"/>
            </a:endParaRPr>
          </a:p>
          <a:p>
            <a:pPr marL="228600" indent="-228600">
              <a:lnSpc>
                <a:spcPct val="105000"/>
              </a:lnSpc>
              <a:spcBef>
                <a:spcPts val="1000"/>
              </a:spcBef>
              <a:buFont typeface="Arial" panose="020B0604020202020204" pitchFamily="34" charset="0"/>
              <a:buChar char="•"/>
            </a:pPr>
            <a:r>
              <a:rPr lang="en-AU" sz="1800" b="1" kern="100" dirty="0">
                <a:cs typeface="Times New Roman"/>
              </a:rPr>
              <a:t>E2E testing for </a:t>
            </a:r>
            <a:r>
              <a:rPr lang="en-AU" b="1" kern="100" dirty="0">
                <a:cs typeface="Times New Roman"/>
              </a:rPr>
              <a:t>Briefing for Event</a:t>
            </a:r>
            <a:r>
              <a:rPr lang="en-AU" sz="1800" b="1" kern="100" dirty="0">
                <a:cs typeface="Times New Roman"/>
              </a:rPr>
              <a:t> Record Type </a:t>
            </a:r>
            <a:r>
              <a:rPr lang="en-AU" sz="1800" kern="100" dirty="0">
                <a:cs typeface="Times New Roman"/>
              </a:rPr>
              <a:t>(Planned – 17/12/2025 –Wednesday)</a:t>
            </a:r>
          </a:p>
          <a:p>
            <a:pPr marL="228600" indent="-228600">
              <a:lnSpc>
                <a:spcPct val="105000"/>
              </a:lnSpc>
              <a:spcBef>
                <a:spcPts val="1000"/>
              </a:spcBef>
              <a:buFont typeface="Arial" panose="020B0604020202020204" pitchFamily="34" charset="0"/>
              <a:buChar char="•"/>
            </a:pPr>
            <a:r>
              <a:rPr lang="en-AU" sz="1800" b="1" kern="100" dirty="0">
                <a:cs typeface="Times New Roman"/>
              </a:rPr>
              <a:t>E2E testing for Briefing for Meeting Record Type</a:t>
            </a:r>
            <a:r>
              <a:rPr lang="en-AU" b="1" kern="100" dirty="0">
                <a:cs typeface="Times New Roman"/>
              </a:rPr>
              <a:t> </a:t>
            </a:r>
            <a:r>
              <a:rPr lang="en-AU" kern="100" dirty="0">
                <a:cs typeface="Times New Roman"/>
              </a:rPr>
              <a:t>(Planned – 17/12/2025 –Wednesday)</a:t>
            </a:r>
            <a:endParaRPr lang="en-AU" sz="1800" kern="100" dirty="0">
              <a:cs typeface="Times New Roman"/>
            </a:endParaRP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sz="1800" kern="100" dirty="0">
              <a:cs typeface="Times New Roman"/>
            </a:endParaRPr>
          </a:p>
        </p:txBody>
      </p:sp>
    </p:spTree>
    <p:extLst>
      <p:ext uri="{BB962C8B-B14F-4D97-AF65-F5344CB8AC3E}">
        <p14:creationId xmlns:p14="http://schemas.microsoft.com/office/powerpoint/2010/main" val="836364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A652-E98C-31EB-25F9-33C0E36DB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AC25A-A9BD-90B6-9827-F7D6547AE018}"/>
              </a:ext>
            </a:extLst>
          </p:cNvPr>
          <p:cNvSpPr>
            <a:spLocks noGrp="1"/>
          </p:cNvSpPr>
          <p:nvPr>
            <p:ph type="title"/>
          </p:nvPr>
        </p:nvSpPr>
        <p:spPr/>
        <p:txBody>
          <a:bodyPr/>
          <a:lstStyle/>
          <a:p>
            <a:r>
              <a:rPr lang="en-AU" dirty="0"/>
              <a:t>BC E2E UAT– Planned(Week 12/01/2026)</a:t>
            </a:r>
            <a:endParaRPr lang="en-AU" dirty="0">
              <a:solidFill>
                <a:srgbClr val="000000"/>
              </a:solidFill>
            </a:endParaRPr>
          </a:p>
        </p:txBody>
      </p:sp>
      <p:sp>
        <p:nvSpPr>
          <p:cNvPr id="4" name="TextBox 3">
            <a:extLst>
              <a:ext uri="{FF2B5EF4-FFF2-40B4-BE49-F238E27FC236}">
                <a16:creationId xmlns:a16="http://schemas.microsoft.com/office/drawing/2014/main" id="{C7F07877-654F-4DDF-51AB-D424EC13BA2A}"/>
              </a:ext>
            </a:extLst>
          </p:cNvPr>
          <p:cNvSpPr txBox="1"/>
          <p:nvPr/>
        </p:nvSpPr>
        <p:spPr>
          <a:xfrm>
            <a:off x="958467" y="1322024"/>
            <a:ext cx="9252333" cy="4425699"/>
          </a:xfrm>
          <a:prstGeom prst="rect">
            <a:avLst/>
          </a:prstGeom>
          <a:noFill/>
        </p:spPr>
        <p:txBody>
          <a:bodyPr wrap="square">
            <a:spAutoFit/>
          </a:bodyPr>
          <a:lstStyle/>
          <a:p>
            <a:pPr>
              <a:lnSpc>
                <a:spcPct val="105000"/>
              </a:lnSpc>
              <a:spcBef>
                <a:spcPts val="1000"/>
              </a:spcBef>
            </a:pPr>
            <a:r>
              <a:rPr lang="en-AU" b="1" kern="100" dirty="0">
                <a:cs typeface="Times New Roman"/>
              </a:rPr>
              <a:t>The following user stories are included in BC E2E UAT:</a:t>
            </a:r>
          </a:p>
          <a:p>
            <a:pPr>
              <a:lnSpc>
                <a:spcPct val="105000"/>
              </a:lnSpc>
              <a:spcBef>
                <a:spcPts val="1000"/>
              </a:spcBef>
            </a:pPr>
            <a:endParaRPr lang="en-AU" b="1" kern="100" dirty="0">
              <a:cs typeface="Times New Roman"/>
            </a:endParaRPr>
          </a:p>
          <a:p>
            <a:pPr marL="228600" indent="-228600">
              <a:lnSpc>
                <a:spcPct val="105000"/>
              </a:lnSpc>
              <a:spcBef>
                <a:spcPts val="1000"/>
              </a:spcBef>
              <a:buFont typeface="Arial" panose="020B0604020202020204" pitchFamily="34" charset="0"/>
              <a:buChar char="•"/>
            </a:pPr>
            <a:r>
              <a:rPr lang="en-AU" b="1" kern="100" dirty="0">
                <a:cs typeface="Times New Roman"/>
              </a:rPr>
              <a:t>E2E testing for Speech Request Record Type </a:t>
            </a:r>
            <a:r>
              <a:rPr lang="en-AU" kern="100" dirty="0">
                <a:cs typeface="Times New Roman"/>
              </a:rPr>
              <a:t>(Planned – 13/01/2026- Tuesday)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Video Request Record Type </a:t>
            </a:r>
            <a:r>
              <a:rPr lang="en-AU" kern="100" dirty="0">
                <a:cs typeface="Times New Roman"/>
              </a:rPr>
              <a:t>(Planned – 13/01/2026 -Tuesday)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Information Request Record Type</a:t>
            </a:r>
            <a:r>
              <a:rPr lang="en-AU" kern="100" dirty="0">
                <a:cs typeface="Times New Roman"/>
              </a:rPr>
              <a:t>((Planned – 14/01/2026 - Wednesday)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PPQ Record Type </a:t>
            </a:r>
            <a:r>
              <a:rPr lang="en-AU" kern="100" dirty="0">
                <a:cs typeface="Times New Roman"/>
              </a:rPr>
              <a:t>(Planned -15/01/2026 - Thursday)</a:t>
            </a:r>
          </a:p>
          <a:p>
            <a:pPr marL="228600" indent="-228600">
              <a:lnSpc>
                <a:spcPct val="105000"/>
              </a:lnSpc>
              <a:spcBef>
                <a:spcPts val="1000"/>
              </a:spcBef>
              <a:buFont typeface="Arial" panose="020B0604020202020204" pitchFamily="34" charset="0"/>
              <a:buChar char="•"/>
            </a:pPr>
            <a:r>
              <a:rPr lang="en-AU" b="1" kern="100" dirty="0">
                <a:cs typeface="Times New Roman"/>
              </a:rPr>
              <a:t>Power BI reporting MPS &amp; CPU </a:t>
            </a:r>
            <a:r>
              <a:rPr lang="en-AU" kern="100" dirty="0">
                <a:cs typeface="Times New Roman"/>
              </a:rPr>
              <a:t>(Planned - 16/01/2026 - Friday)</a:t>
            </a: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sz="1800" kern="100" dirty="0">
              <a:cs typeface="Times New Roman"/>
            </a:endParaRPr>
          </a:p>
        </p:txBody>
      </p:sp>
    </p:spTree>
    <p:extLst>
      <p:ext uri="{BB962C8B-B14F-4D97-AF65-F5344CB8AC3E}">
        <p14:creationId xmlns:p14="http://schemas.microsoft.com/office/powerpoint/2010/main" val="694048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DD85-86FF-22F5-A95E-C95221F93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0E9A8-15A7-A302-EB50-FF3ACEA0BD87}"/>
              </a:ext>
            </a:extLst>
          </p:cNvPr>
          <p:cNvSpPr>
            <a:spLocks noGrp="1"/>
          </p:cNvSpPr>
          <p:nvPr>
            <p:ph type="title"/>
          </p:nvPr>
        </p:nvSpPr>
        <p:spPr>
          <a:xfrm>
            <a:off x="585561" y="0"/>
            <a:ext cx="10550525" cy="977899"/>
          </a:xfrm>
        </p:spPr>
        <p:txBody>
          <a:bodyPr/>
          <a:lstStyle/>
          <a:p>
            <a:r>
              <a:rPr lang="en-AU" dirty="0"/>
              <a:t>BC E2E UAT– Planned(Week 19/01/2026)</a:t>
            </a:r>
            <a:endParaRPr lang="en-AU" dirty="0">
              <a:solidFill>
                <a:srgbClr val="000000"/>
              </a:solidFill>
            </a:endParaRPr>
          </a:p>
        </p:txBody>
      </p:sp>
      <p:sp>
        <p:nvSpPr>
          <p:cNvPr id="4" name="TextBox 3">
            <a:extLst>
              <a:ext uri="{FF2B5EF4-FFF2-40B4-BE49-F238E27FC236}">
                <a16:creationId xmlns:a16="http://schemas.microsoft.com/office/drawing/2014/main" id="{1B063982-F989-A66A-7CA1-9E1205CBB4FE}"/>
              </a:ext>
            </a:extLst>
          </p:cNvPr>
          <p:cNvSpPr txBox="1"/>
          <p:nvPr/>
        </p:nvSpPr>
        <p:spPr>
          <a:xfrm>
            <a:off x="958467" y="1322024"/>
            <a:ext cx="8188287" cy="4134850"/>
          </a:xfrm>
          <a:prstGeom prst="rect">
            <a:avLst/>
          </a:prstGeom>
          <a:noFill/>
        </p:spPr>
        <p:txBody>
          <a:bodyPr wrap="square">
            <a:spAutoFit/>
          </a:bodyPr>
          <a:lstStyle/>
          <a:p>
            <a:pPr>
              <a:lnSpc>
                <a:spcPct val="105000"/>
              </a:lnSpc>
              <a:spcBef>
                <a:spcPts val="1000"/>
              </a:spcBef>
            </a:pPr>
            <a:r>
              <a:rPr lang="en-AU" b="1" kern="100" dirty="0">
                <a:cs typeface="Times New Roman"/>
              </a:rPr>
              <a:t>The following user stories are included in BC E2E UAT:</a:t>
            </a:r>
          </a:p>
          <a:p>
            <a:pPr>
              <a:lnSpc>
                <a:spcPct val="105000"/>
              </a:lnSpc>
              <a:spcBef>
                <a:spcPts val="1000"/>
              </a:spcBef>
            </a:pPr>
            <a:endParaRPr lang="en-AU" b="1" kern="100" dirty="0">
              <a:cs typeface="Times New Roman"/>
            </a:endParaRPr>
          </a:p>
          <a:p>
            <a:pPr marL="228600" indent="-228600">
              <a:lnSpc>
                <a:spcPct val="105000"/>
              </a:lnSpc>
              <a:spcBef>
                <a:spcPts val="1000"/>
              </a:spcBef>
              <a:buFont typeface="Arial" panose="020B0604020202020204" pitchFamily="34" charset="0"/>
              <a:buChar char="•"/>
            </a:pPr>
            <a:r>
              <a:rPr lang="en-AU" b="1" kern="100" dirty="0">
                <a:cs typeface="Times New Roman"/>
              </a:rPr>
              <a:t>E2E testing for ADJ Record Type (</a:t>
            </a:r>
            <a:r>
              <a:rPr lang="en-AU" kern="100" dirty="0">
                <a:cs typeface="Times New Roman"/>
              </a:rPr>
              <a:t>Planned - 20/01/2026- Tuesday)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a:t>
            </a:r>
            <a:r>
              <a:rPr lang="en-AU" b="1" kern="100" dirty="0" err="1">
                <a:cs typeface="Times New Roman"/>
              </a:rPr>
              <a:t>QwN</a:t>
            </a:r>
            <a:r>
              <a:rPr lang="en-AU" b="1" kern="100" dirty="0">
                <a:cs typeface="Times New Roman"/>
              </a:rPr>
              <a:t> Record Type </a:t>
            </a:r>
            <a:r>
              <a:rPr lang="en-AU" kern="100" dirty="0">
                <a:cs typeface="Times New Roman"/>
              </a:rPr>
              <a:t>(Planned - 20/01/2026 - Tuesday)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a:t>
            </a:r>
            <a:r>
              <a:rPr lang="en-AU" b="1" kern="100" dirty="0" err="1">
                <a:cs typeface="Times New Roman"/>
              </a:rPr>
              <a:t>QoN</a:t>
            </a:r>
            <a:r>
              <a:rPr lang="en-AU" b="1" kern="100" dirty="0">
                <a:cs typeface="Times New Roman"/>
              </a:rPr>
              <a:t> Record Type </a:t>
            </a:r>
            <a:r>
              <a:rPr lang="en-AU" kern="100" dirty="0">
                <a:cs typeface="Times New Roman"/>
              </a:rPr>
              <a:t>(Planned - 20/01/2026 - Tuesday)</a:t>
            </a:r>
          </a:p>
          <a:p>
            <a:pPr marL="228600" indent="-228600">
              <a:lnSpc>
                <a:spcPct val="105000"/>
              </a:lnSpc>
              <a:spcBef>
                <a:spcPts val="1000"/>
              </a:spcBef>
              <a:buFont typeface="Arial" panose="020B0604020202020204" pitchFamily="34" charset="0"/>
              <a:buChar char="•"/>
            </a:pPr>
            <a:r>
              <a:rPr lang="en-AU" b="1" kern="100" dirty="0">
                <a:cs typeface="Times New Roman"/>
              </a:rPr>
              <a:t>E2E testing for CQU Record Type </a:t>
            </a:r>
            <a:r>
              <a:rPr lang="en-AU" kern="100" dirty="0">
                <a:cs typeface="Times New Roman"/>
              </a:rPr>
              <a:t>(Planned - 20/01/2026- Tuesday)</a:t>
            </a:r>
          </a:p>
          <a:p>
            <a:pPr>
              <a:lnSpc>
                <a:spcPct val="105000"/>
              </a:lnSpc>
              <a:spcBef>
                <a:spcPts val="1000"/>
              </a:spcBef>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kern="100" dirty="0">
              <a:cs typeface="Times New Roman"/>
            </a:endParaRPr>
          </a:p>
          <a:p>
            <a:pPr marL="228600" indent="-228600">
              <a:lnSpc>
                <a:spcPct val="105000"/>
              </a:lnSpc>
              <a:spcBef>
                <a:spcPts val="1000"/>
              </a:spcBef>
              <a:buFont typeface="Arial" panose="020B0604020202020204" pitchFamily="34" charset="0"/>
              <a:buChar char="•"/>
            </a:pPr>
            <a:endParaRPr lang="en-AU" sz="1800" kern="100" dirty="0">
              <a:cs typeface="Times New Roman"/>
            </a:endParaRPr>
          </a:p>
        </p:txBody>
      </p:sp>
    </p:spTree>
    <p:extLst>
      <p:ext uri="{BB962C8B-B14F-4D97-AF65-F5344CB8AC3E}">
        <p14:creationId xmlns:p14="http://schemas.microsoft.com/office/powerpoint/2010/main" val="3111701301"/>
      </p:ext>
    </p:extLst>
  </p:cSld>
  <p:clrMapOvr>
    <a:masterClrMapping/>
  </p:clrMapOvr>
</p:sld>
</file>

<file path=ppt/theme/theme1.xml><?xml version="1.0" encoding="utf-8"?>
<a:theme xmlns:a="http://schemas.openxmlformats.org/drawingml/2006/main" name="Custom Design">
  <a:themeElements>
    <a:clrScheme name="DE CORPORATE COLOUR SCHEME">
      <a:dk1>
        <a:srgbClr val="1F1545"/>
      </a:dk1>
      <a:lt1>
        <a:srgbClr val="FFFFFF"/>
      </a:lt1>
      <a:dk2>
        <a:srgbClr val="88DBDF"/>
      </a:dk2>
      <a:lt2>
        <a:srgbClr val="E8E8E8"/>
      </a:lt2>
      <a:accent1>
        <a:srgbClr val="0063A2"/>
      </a:accent1>
      <a:accent2>
        <a:srgbClr val="B8E9EB"/>
      </a:accent2>
      <a:accent3>
        <a:srgbClr val="1F1646"/>
      </a:accent3>
      <a:accent4>
        <a:srgbClr val="82189C"/>
      </a:accent4>
      <a:accent5>
        <a:srgbClr val="0063A4"/>
      </a:accent5>
      <a:accent6>
        <a:srgbClr val="88DBDF"/>
      </a:accent6>
      <a:hlink>
        <a:srgbClr val="1F1445"/>
      </a:hlink>
      <a:folHlink>
        <a:srgbClr val="201546"/>
      </a:folHlink>
    </a:clrScheme>
    <a:fontScheme name="Red Hat Displa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 CORPORATE Sector PowerPoint Template.potx" id="{8F9A1E1D-BA24-174E-8EDF-CDD367775DFD}" vid="{55344078-0577-5345-AC15-E12CD528ACC9}"/>
    </a:ext>
  </a:extLst>
</a:theme>
</file>

<file path=ppt/theme/theme2.xml><?xml version="1.0" encoding="utf-8"?>
<a:theme xmlns:a="http://schemas.openxmlformats.org/drawingml/2006/main" name="1_Custom Design">
  <a:themeElements>
    <a:clrScheme name="DE CORPORATE COLOUR SCHEME">
      <a:dk1>
        <a:srgbClr val="1F1545"/>
      </a:dk1>
      <a:lt1>
        <a:srgbClr val="FFFFFF"/>
      </a:lt1>
      <a:dk2>
        <a:srgbClr val="88DBDF"/>
      </a:dk2>
      <a:lt2>
        <a:srgbClr val="E8E8E8"/>
      </a:lt2>
      <a:accent1>
        <a:srgbClr val="0063A2"/>
      </a:accent1>
      <a:accent2>
        <a:srgbClr val="B8E9EB"/>
      </a:accent2>
      <a:accent3>
        <a:srgbClr val="1F1646"/>
      </a:accent3>
      <a:accent4>
        <a:srgbClr val="82189C"/>
      </a:accent4>
      <a:accent5>
        <a:srgbClr val="0063A4"/>
      </a:accent5>
      <a:accent6>
        <a:srgbClr val="88DBDF"/>
      </a:accent6>
      <a:hlink>
        <a:srgbClr val="1F1445"/>
      </a:hlink>
      <a:folHlink>
        <a:srgbClr val="201546"/>
      </a:folHlink>
    </a:clrScheme>
    <a:fontScheme name="Red Hat Displa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 CORPORATE Sector PowerPoint Template.potx" id="{8F9A1E1D-BA24-174E-8EDF-CDD367775DFD}" vid="{11475A35-E9F0-BE41-B874-F2B20AC80E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rpose xmlns="777641c4-d9d7-4a7e-9c20-203bd861c1c6" xsi:nil="true"/>
    <Author0 xmlns="777641c4-d9d7-4a7e-9c20-203bd861c1c6">
      <UserInfo>
        <DisplayName/>
        <AccountId xsi:nil="true"/>
        <AccountType/>
      </UserInfo>
    </Author0>
    <Notes xmlns="777641c4-d9d7-4a7e-9c20-203bd861c1c6" xsi:nil="true"/>
    <lcf76f155ced4ddcb4097134ff3c332f xmlns="777641c4-d9d7-4a7e-9c20-203bd861c1c6">
      <Terms xmlns="http://schemas.microsoft.com/office/infopath/2007/PartnerControls"/>
    </lcf76f155ced4ddcb4097134ff3c332f>
    <TaxCatchAll xmlns="cce898a3-7404-4d1f-8aad-9776be6fabe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F06CC549DDDD0408E9F2F01D86145F6" ma:contentTypeVersion="16" ma:contentTypeDescription="Create a new document." ma:contentTypeScope="" ma:versionID="82cfd024e2113172e3d2c1548e9b6b7a">
  <xsd:schema xmlns:xsd="http://www.w3.org/2001/XMLSchema" xmlns:xs="http://www.w3.org/2001/XMLSchema" xmlns:p="http://schemas.microsoft.com/office/2006/metadata/properties" xmlns:ns2="777641c4-d9d7-4a7e-9c20-203bd861c1c6" xmlns:ns3="cce898a3-7404-4d1f-8aad-9776be6fabe1" targetNamespace="http://schemas.microsoft.com/office/2006/metadata/properties" ma:root="true" ma:fieldsID="5713ca5e2587cac577c353e112cac225" ns2:_="" ns3:_="">
    <xsd:import namespace="777641c4-d9d7-4a7e-9c20-203bd861c1c6"/>
    <xsd:import namespace="cce898a3-7404-4d1f-8aad-9776be6fabe1"/>
    <xsd:element name="properties">
      <xsd:complexType>
        <xsd:sequence>
          <xsd:element name="documentManagement">
            <xsd:complexType>
              <xsd:all>
                <xsd:element ref="ns2:Purpose"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Author0" minOccurs="0"/>
                <xsd:element ref="ns2:Not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7641c4-d9d7-4a7e-9c20-203bd861c1c6" elementFormDefault="qualified">
    <xsd:import namespace="http://schemas.microsoft.com/office/2006/documentManagement/types"/>
    <xsd:import namespace="http://schemas.microsoft.com/office/infopath/2007/PartnerControls"/>
    <xsd:element name="Purpose" ma:index="8" nillable="true" ma:displayName="Purpose" ma:description="Clarify the intent of each folder to ensure the right information is filed" ma:format="Dropdown" ma:internalName="Purpose">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0b607bbe-9751-46d3-ac86-39dfe3141325"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Author0" ma:index="21" nillable="true" ma:displayName="Author" ma:format="Dropdown" ma:list="UserInfo" ma:SharePointGroup="0" ma:internalName="Author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Notes" ma:index="22" nillable="true" ma:displayName="Notes" ma:format="Dropdown" ma:internalName="Notes">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e898a3-7404-4d1f-8aad-9776be6fabe1"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892857-d576-4bff-af5f-1dd3d33ded2f}" ma:internalName="TaxCatchAll" ma:showField="CatchAllData" ma:web="cce898a3-7404-4d1f-8aad-9776be6fab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B7BE55-F5C9-40BE-811C-6D576B70934F}">
  <ds:schemaRefs>
    <ds:schemaRef ds:uri="http://purl.org/dc/dcmitype/"/>
    <ds:schemaRef ds:uri="777641c4-d9d7-4a7e-9c20-203bd861c1c6"/>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http://schemas.microsoft.com/office/2006/metadata/properties"/>
    <ds:schemaRef ds:uri="http://schemas.microsoft.com/office/infopath/2007/PartnerControls"/>
    <ds:schemaRef ds:uri="cce898a3-7404-4d1f-8aad-9776be6fabe1"/>
  </ds:schemaRefs>
</ds:datastoreItem>
</file>

<file path=customXml/itemProps2.xml><?xml version="1.0" encoding="utf-8"?>
<ds:datastoreItem xmlns:ds="http://schemas.openxmlformats.org/officeDocument/2006/customXml" ds:itemID="{69FFAEF1-07B5-4CAE-A1DD-5CF014BCE3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7641c4-d9d7-4a7e-9c20-203bd861c1c6"/>
    <ds:schemaRef ds:uri="cce898a3-7404-4d1f-8aad-9776be6fab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4F4D7F-452C-4EC6-86A0-415FE52952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Corporate-sector-powerpoint-template</Template>
  <TotalTime>1169</TotalTime>
  <Words>1603</Words>
  <Application>Microsoft Office PowerPoint</Application>
  <PresentationFormat>Widescreen</PresentationFormat>
  <Paragraphs>371</Paragraphs>
  <Slides>17</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Narrow</vt:lpstr>
      <vt:lpstr>Arial</vt:lpstr>
      <vt:lpstr>Calibri</vt:lpstr>
      <vt:lpstr>Symbol</vt:lpstr>
      <vt:lpstr>Times New Roman</vt:lpstr>
      <vt:lpstr>Custom Design</vt:lpstr>
      <vt:lpstr>1_Custom Design</vt:lpstr>
      <vt:lpstr>Brief Connect</vt:lpstr>
      <vt:lpstr>About this document </vt:lpstr>
      <vt:lpstr>BC Sprint Cycle 1 - Completed</vt:lpstr>
      <vt:lpstr>User Acceptance Testing Execution Result – Sprint Cycle 1</vt:lpstr>
      <vt:lpstr>BC Sprint Cycle 2 - Completed</vt:lpstr>
      <vt:lpstr>BC Sprint Cycle 2 - Completed</vt:lpstr>
      <vt:lpstr>User Acceptance Testing Execution Result – Sprint Cycle 2</vt:lpstr>
      <vt:lpstr>BC Sprint Cycle 3 - Completed</vt:lpstr>
      <vt:lpstr>User Acceptance Testing Execution Result – Sprint Cycle 3</vt:lpstr>
      <vt:lpstr>BC Sprint Cycle 4 - Completed</vt:lpstr>
      <vt:lpstr>User Acceptance Testing Execution Result – Sprint Cycle 4 </vt:lpstr>
      <vt:lpstr>BC Sprint Cycle 5 - Completed</vt:lpstr>
      <vt:lpstr>User Acceptance Testing Execution Result – Sprint Cycle 5</vt:lpstr>
      <vt:lpstr>BC E2E UAT– Planned(Week 08/12/2025)</vt:lpstr>
      <vt:lpstr>BC E2E UAT– Planned(17/12/2025)</vt:lpstr>
      <vt:lpstr>BC E2E UAT– Planned(Week 12/01/2026)</vt:lpstr>
      <vt:lpstr>BC E2E UAT– Planned(Week 19/01/2026)</vt:lpstr>
    </vt:vector>
  </TitlesOfParts>
  <Company>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Marian Jordan</dc:creator>
  <cp:lastModifiedBy>Ankitha Jose</cp:lastModifiedBy>
  <cp:revision>2</cp:revision>
  <dcterms:created xsi:type="dcterms:W3CDTF">2024-11-01T02:15:46Z</dcterms:created>
  <dcterms:modified xsi:type="dcterms:W3CDTF">2026-02-03T06:04:15Z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0x010100EF06CC549DDDD0408E9F2F01D86145F6</vt:lpwstr>
  </property>
  <property fmtid="{D5CDD505-2E9C-101B-9397-08002B2CF9AE}" pid="3" name="MediaServiceImageTags">
    <vt:lpwstr/>
  </property>
  <property fmtid="{D5CDD505-2E9C-101B-9397-08002B2CF9AE}" pid="4" name="MSIP_Label_c6d4696d-d23f-4819-a0b4-039af66b99c2_Enabled">
    <vt:lpwstr>true</vt:lpwstr>
  </property>
  <property fmtid="{D5CDD505-2E9C-101B-9397-08002B2CF9AE}" pid="5" name="MSIP_Label_c6d4696d-d23f-4819-a0b4-039af66b99c2_SetDate">
    <vt:lpwstr>2024-11-11T22:53:58Z</vt:lpwstr>
  </property>
  <property fmtid="{D5CDD505-2E9C-101B-9397-08002B2CF9AE}" pid="6" name="MSIP_Label_c6d4696d-d23f-4819-a0b4-039af66b99c2_Method">
    <vt:lpwstr>Privileged</vt:lpwstr>
  </property>
  <property fmtid="{D5CDD505-2E9C-101B-9397-08002B2CF9AE}" pid="7" name="MSIP_Label_c6d4696d-d23f-4819-a0b4-039af66b99c2_Name">
    <vt:lpwstr>Official</vt:lpwstr>
  </property>
  <property fmtid="{D5CDD505-2E9C-101B-9397-08002B2CF9AE}" pid="8" name="MSIP_Label_c6d4696d-d23f-4819-a0b4-039af66b99c2_SiteId">
    <vt:lpwstr>d96cb337-1a87-44cf-b69b-3cec334a4c1f</vt:lpwstr>
  </property>
  <property fmtid="{D5CDD505-2E9C-101B-9397-08002B2CF9AE}" pid="9" name="MSIP_Label_c6d4696d-d23f-4819-a0b4-039af66b99c2_ActionId">
    <vt:lpwstr>046e87eb-b5fb-472d-a4f5-5936f04d1dde</vt:lpwstr>
  </property>
  <property fmtid="{D5CDD505-2E9C-101B-9397-08002B2CF9AE}" pid="10" name="MSIP_Label_c6d4696d-d23f-4819-a0b4-039af66b99c2_ContentBits">
    <vt:lpwstr>1</vt:lpwstr>
  </property>
  <property fmtid="{D5CDD505-2E9C-101B-9397-08002B2CF9AE}" pid="11" name="ClassificationContentMarkingHeaderLocations">
    <vt:lpwstr>Custom Design:5\1_Custom Design:5</vt:lpwstr>
  </property>
  <property fmtid="{D5CDD505-2E9C-101B-9397-08002B2CF9AE}" pid="12" name="ClassificationContentMarkingHeaderText">
    <vt:lpwstr>OFFICIAL</vt:lpwstr>
  </property>
</Properties>
</file>