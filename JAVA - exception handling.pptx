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77" r:id="rId6"/>
    <p:sldId id="260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6" r:id="rId15"/>
    <p:sldId id="287" r:id="rId16"/>
    <p:sldId id="288" r:id="rId17"/>
    <p:sldId id="289" r:id="rId18"/>
    <p:sldId id="290" r:id="rId19"/>
    <p:sldId id="285" r:id="rId20"/>
    <p:sldId id="291" r:id="rId21"/>
    <p:sldId id="292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293" r:id="rId30"/>
    <p:sldId id="294" r:id="rId31"/>
    <p:sldId id="295" r:id="rId32"/>
    <p:sldId id="27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18EF7-B61E-4398-9600-6474DD214C12}" v="108" dt="2026-01-28T11:14:14.904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59" d="100"/>
          <a:sy n="59" d="100"/>
        </p:scale>
        <p:origin x="964" y="6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ha Jose" userId="a849fa082173de16" providerId="LiveId" clId="{5FCB4930-EDC9-49AB-B3E8-772F6B13E812}"/>
    <pc:docChg chg="undo custSel addSld delSld modSld">
      <pc:chgData name="Ankitha Jose" userId="a849fa082173de16" providerId="LiveId" clId="{5FCB4930-EDC9-49AB-B3E8-772F6B13E812}" dt="2026-01-28T11:14:43.762" v="1601" actId="113"/>
      <pc:docMkLst>
        <pc:docMk/>
      </pc:docMkLst>
      <pc:sldChg chg="addSp delSp modSp mod">
        <pc:chgData name="Ankitha Jose" userId="a849fa082173de16" providerId="LiveId" clId="{5FCB4930-EDC9-49AB-B3E8-772F6B13E812}" dt="2026-01-25T08:10:02.382" v="133" actId="113"/>
        <pc:sldMkLst>
          <pc:docMk/>
          <pc:sldMk cId="566997565" sldId="260"/>
        </pc:sldMkLst>
        <pc:spChg chg="mod">
          <ac:chgData name="Ankitha Jose" userId="a849fa082173de16" providerId="LiveId" clId="{5FCB4930-EDC9-49AB-B3E8-772F6B13E812}" dt="2026-01-25T08:09:58.464" v="132" actId="26606"/>
          <ac:spMkLst>
            <pc:docMk/>
            <pc:sldMk cId="566997565" sldId="260"/>
            <ac:spMk id="2" creationId="{660EB401-2F91-2D90-C859-96484861E564}"/>
          </ac:spMkLst>
        </pc:spChg>
        <pc:spChg chg="mod">
          <ac:chgData name="Ankitha Jose" userId="a849fa082173de16" providerId="LiveId" clId="{5FCB4930-EDC9-49AB-B3E8-772F6B13E812}" dt="2026-01-25T08:09:58.464" v="132" actId="26606"/>
          <ac:spMkLst>
            <pc:docMk/>
            <pc:sldMk cId="566997565" sldId="260"/>
            <ac:spMk id="11" creationId="{B1B29E87-9C2C-400B-834D-4E4BD6E944D0}"/>
          </ac:spMkLst>
        </pc:spChg>
        <pc:graphicFrameChg chg="add mod modGraphic">
          <ac:chgData name="Ankitha Jose" userId="a849fa082173de16" providerId="LiveId" clId="{5FCB4930-EDC9-49AB-B3E8-772F6B13E812}" dt="2026-01-25T08:10:02.382" v="133" actId="113"/>
          <ac:graphicFrameMkLst>
            <pc:docMk/>
            <pc:sldMk cId="566997565" sldId="260"/>
            <ac:graphicFrameMk id="7" creationId="{AF26B611-3981-73FB-2FC7-50FA1220EDFC}"/>
          </ac:graphicFrameMkLst>
        </pc:graphicFrameChg>
      </pc:sldChg>
      <pc:sldChg chg="modSp mod">
        <pc:chgData name="Ankitha Jose" userId="a849fa082173de16" providerId="LiveId" clId="{5FCB4930-EDC9-49AB-B3E8-772F6B13E812}" dt="2026-01-25T12:43:53.493" v="1358" actId="6549"/>
        <pc:sldMkLst>
          <pc:docMk/>
          <pc:sldMk cId="2436493926" sldId="276"/>
        </pc:sldMkLst>
        <pc:spChg chg="mod">
          <ac:chgData name="Ankitha Jose" userId="a849fa082173de16" providerId="LiveId" clId="{5FCB4930-EDC9-49AB-B3E8-772F6B13E812}" dt="2026-01-25T12:43:53.493" v="1358" actId="6549"/>
          <ac:spMkLst>
            <pc:docMk/>
            <pc:sldMk cId="2436493926" sldId="276"/>
            <ac:spMk id="3" creationId="{24AFFC60-19C3-4901-93F7-7AAF4C09F8C6}"/>
          </ac:spMkLst>
        </pc:spChg>
      </pc:sldChg>
      <pc:sldChg chg="addSp delSp modSp mod modClrScheme chgLayout">
        <pc:chgData name="Ankitha Jose" userId="a849fa082173de16" providerId="LiveId" clId="{5FCB4930-EDC9-49AB-B3E8-772F6B13E812}" dt="2026-01-25T08:10:26.526" v="134" actId="26606"/>
        <pc:sldMkLst>
          <pc:docMk/>
          <pc:sldMk cId="2243494996" sldId="277"/>
        </pc:sldMkLst>
        <pc:spChg chg="mod">
          <ac:chgData name="Ankitha Jose" userId="a849fa082173de16" providerId="LiveId" clId="{5FCB4930-EDC9-49AB-B3E8-772F6B13E812}" dt="2026-01-25T08:10:26.526" v="134" actId="26606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Ankitha Jose" userId="a849fa082173de16" providerId="LiveId" clId="{5FCB4930-EDC9-49AB-B3E8-772F6B13E812}" dt="2026-01-25T08:10:26.526" v="134" actId="26606"/>
          <ac:spMkLst>
            <pc:docMk/>
            <pc:sldMk cId="2243494996" sldId="277"/>
            <ac:spMk id="6" creationId="{67927DCA-F11F-1716-00DA-9EF49F131ABD}"/>
          </ac:spMkLst>
        </pc:spChg>
        <pc:graphicFrameChg chg="add mod">
          <ac:chgData name="Ankitha Jose" userId="a849fa082173de16" providerId="LiveId" clId="{5FCB4930-EDC9-49AB-B3E8-772F6B13E812}" dt="2026-01-25T08:10:26.526" v="134" actId="26606"/>
          <ac:graphicFrameMkLst>
            <pc:docMk/>
            <pc:sldMk cId="2243494996" sldId="277"/>
            <ac:graphicFrameMk id="8" creationId="{59884FF4-D68C-0BBA-863F-8AA30A1F8A87}"/>
          </ac:graphicFrameMkLst>
        </pc:graphicFrameChg>
      </pc:sldChg>
      <pc:sldChg chg="addSp modSp new mod modClrScheme chgLayout">
        <pc:chgData name="Ankitha Jose" userId="a849fa082173de16" providerId="LiveId" clId="{5FCB4930-EDC9-49AB-B3E8-772F6B13E812}" dt="2026-01-25T08:13:32.051" v="157" actId="26606"/>
        <pc:sldMkLst>
          <pc:docMk/>
          <pc:sldMk cId="723635830" sldId="278"/>
        </pc:sldMkLst>
        <pc:spChg chg="mod">
          <ac:chgData name="Ankitha Jose" userId="a849fa082173de16" providerId="LiveId" clId="{5FCB4930-EDC9-49AB-B3E8-772F6B13E812}" dt="2026-01-25T08:13:32.051" v="157" actId="26606"/>
          <ac:spMkLst>
            <pc:docMk/>
            <pc:sldMk cId="723635830" sldId="278"/>
            <ac:spMk id="2" creationId="{53956F62-7F1B-B13F-0982-AEA23ADBCC88}"/>
          </ac:spMkLst>
        </pc:spChg>
        <pc:spChg chg="mod">
          <ac:chgData name="Ankitha Jose" userId="a849fa082173de16" providerId="LiveId" clId="{5FCB4930-EDC9-49AB-B3E8-772F6B13E812}" dt="2026-01-25T08:13:32.051" v="157" actId="26606"/>
          <ac:spMkLst>
            <pc:docMk/>
            <pc:sldMk cId="723635830" sldId="278"/>
            <ac:spMk id="3" creationId="{A4040430-45A3-8B2D-B8FD-8C366F507759}"/>
          </ac:spMkLst>
        </pc:spChg>
        <pc:spChg chg="add mod">
          <ac:chgData name="Ankitha Jose" userId="a849fa082173de16" providerId="LiveId" clId="{5FCB4930-EDC9-49AB-B3E8-772F6B13E812}" dt="2026-01-25T08:13:32.051" v="157" actId="26606"/>
          <ac:spMkLst>
            <pc:docMk/>
            <pc:sldMk cId="723635830" sldId="278"/>
            <ac:spMk id="8" creationId="{46947FC9-A555-6205-9C56-057BD96A6496}"/>
          </ac:spMkLst>
        </pc:spChg>
      </pc:sldChg>
      <pc:sldChg chg="addSp modSp new mod">
        <pc:chgData name="Ankitha Jose" userId="a849fa082173de16" providerId="LiveId" clId="{5FCB4930-EDC9-49AB-B3E8-772F6B13E812}" dt="2026-01-25T08:17:09.614" v="177" actId="14100"/>
        <pc:sldMkLst>
          <pc:docMk/>
          <pc:sldMk cId="425170675" sldId="279"/>
        </pc:sldMkLst>
        <pc:spChg chg="mod">
          <ac:chgData name="Ankitha Jose" userId="a849fa082173de16" providerId="LiveId" clId="{5FCB4930-EDC9-49AB-B3E8-772F6B13E812}" dt="2026-01-25T08:16:48.432" v="174" actId="122"/>
          <ac:spMkLst>
            <pc:docMk/>
            <pc:sldMk cId="425170675" sldId="279"/>
            <ac:spMk id="2" creationId="{B990B5C9-FADE-98B2-3C9F-3AE4D39CEAE2}"/>
          </ac:spMkLst>
        </pc:spChg>
        <pc:spChg chg="mod">
          <ac:chgData name="Ankitha Jose" userId="a849fa082173de16" providerId="LiveId" clId="{5FCB4930-EDC9-49AB-B3E8-772F6B13E812}" dt="2026-01-25T08:17:09.614" v="177" actId="14100"/>
          <ac:spMkLst>
            <pc:docMk/>
            <pc:sldMk cId="425170675" sldId="279"/>
            <ac:spMk id="4" creationId="{DE4034E3-59A0-0EB1-F7FA-33968482A196}"/>
          </ac:spMkLst>
        </pc:spChg>
        <pc:spChg chg="add mod ord">
          <ac:chgData name="Ankitha Jose" userId="a849fa082173de16" providerId="LiveId" clId="{5FCB4930-EDC9-49AB-B3E8-772F6B13E812}" dt="2026-01-25T08:16:55.840" v="175" actId="1076"/>
          <ac:spMkLst>
            <pc:docMk/>
            <pc:sldMk cId="425170675" sldId="279"/>
            <ac:spMk id="5" creationId="{789BE1F0-FBEF-2DF4-D156-AC0C9DAD4438}"/>
          </ac:spMkLst>
        </pc:spChg>
      </pc:sldChg>
      <pc:sldChg chg="addSp delSp modSp new mod modClrScheme chgLayout">
        <pc:chgData name="Ankitha Jose" userId="a849fa082173de16" providerId="LiveId" clId="{5FCB4930-EDC9-49AB-B3E8-772F6B13E812}" dt="2026-01-25T08:28:42.468" v="340" actId="14100"/>
        <pc:sldMkLst>
          <pc:docMk/>
          <pc:sldMk cId="2718752683" sldId="280"/>
        </pc:sldMkLst>
        <pc:spChg chg="mod ord modVis">
          <ac:chgData name="Ankitha Jose" userId="a849fa082173de16" providerId="LiveId" clId="{5FCB4930-EDC9-49AB-B3E8-772F6B13E812}" dt="2026-01-25T08:23:07.684" v="280" actId="26606"/>
          <ac:spMkLst>
            <pc:docMk/>
            <pc:sldMk cId="2718752683" sldId="280"/>
            <ac:spMk id="3" creationId="{BF9E8719-287A-EC4D-27A3-19844FDD5719}"/>
          </ac:spMkLst>
        </pc:spChg>
        <pc:spChg chg="mod">
          <ac:chgData name="Ankitha Jose" userId="a849fa082173de16" providerId="LiveId" clId="{5FCB4930-EDC9-49AB-B3E8-772F6B13E812}" dt="2026-01-25T08:28:15.841" v="337" actId="14100"/>
          <ac:spMkLst>
            <pc:docMk/>
            <pc:sldMk cId="2718752683" sldId="280"/>
            <ac:spMk id="4" creationId="{0F84B7A6-FB02-BBF8-F355-7924EB286665}"/>
          </ac:spMkLst>
        </pc:spChg>
        <pc:spChg chg="add mod ord">
          <ac:chgData name="Ankitha Jose" userId="a849fa082173de16" providerId="LiveId" clId="{5FCB4930-EDC9-49AB-B3E8-772F6B13E812}" dt="2026-01-25T08:28:31.813" v="339" actId="14100"/>
          <ac:spMkLst>
            <pc:docMk/>
            <pc:sldMk cId="2718752683" sldId="280"/>
            <ac:spMk id="7" creationId="{3EC98100-8FA3-A7AE-27E5-E9E829DF636D}"/>
          </ac:spMkLst>
        </pc:spChg>
        <pc:spChg chg="add mod ord">
          <ac:chgData name="Ankitha Jose" userId="a849fa082173de16" providerId="LiveId" clId="{5FCB4930-EDC9-49AB-B3E8-772F6B13E812}" dt="2026-01-25T08:28:21.470" v="338" actId="14100"/>
          <ac:spMkLst>
            <pc:docMk/>
            <pc:sldMk cId="2718752683" sldId="280"/>
            <ac:spMk id="8" creationId="{41D3E18C-92E8-6E18-4D69-EF5DF66FAE73}"/>
          </ac:spMkLst>
        </pc:spChg>
        <pc:spChg chg="add mod">
          <ac:chgData name="Ankitha Jose" userId="a849fa082173de16" providerId="LiveId" clId="{5FCB4930-EDC9-49AB-B3E8-772F6B13E812}" dt="2026-01-25T08:28:42.468" v="340" actId="14100"/>
          <ac:spMkLst>
            <pc:docMk/>
            <pc:sldMk cId="2718752683" sldId="280"/>
            <ac:spMk id="9" creationId="{9AA517CB-D80C-E860-5C89-53FF22ADCC48}"/>
          </ac:spMkLst>
        </pc:spChg>
      </pc:sldChg>
      <pc:sldChg chg="addSp delSp modSp new mod modClrScheme chgLayout">
        <pc:chgData name="Ankitha Jose" userId="a849fa082173de16" providerId="LiveId" clId="{5FCB4930-EDC9-49AB-B3E8-772F6B13E812}" dt="2026-01-25T10:43:16.442" v="448" actId="20577"/>
        <pc:sldMkLst>
          <pc:docMk/>
          <pc:sldMk cId="389067421" sldId="281"/>
        </pc:sldMkLst>
        <pc:spChg chg="mod">
          <ac:chgData name="Ankitha Jose" userId="a849fa082173de16" providerId="LiveId" clId="{5FCB4930-EDC9-49AB-B3E8-772F6B13E812}" dt="2026-01-25T10:43:16.442" v="448" actId="20577"/>
          <ac:spMkLst>
            <pc:docMk/>
            <pc:sldMk cId="389067421" sldId="281"/>
            <ac:spMk id="2" creationId="{A12F768A-A339-72AB-47A0-CB9588B86F18}"/>
          </ac:spMkLst>
        </pc:spChg>
        <pc:spChg chg="add mod ord">
          <ac:chgData name="Ankitha Jose" userId="a849fa082173de16" providerId="LiveId" clId="{5FCB4930-EDC9-49AB-B3E8-772F6B13E812}" dt="2026-01-25T09:42:13.117" v="389" actId="14100"/>
          <ac:spMkLst>
            <pc:docMk/>
            <pc:sldMk cId="389067421" sldId="281"/>
            <ac:spMk id="4" creationId="{0B7A64C5-4403-F28C-F6F3-75936D182C34}"/>
          </ac:spMkLst>
        </pc:spChg>
      </pc:sldChg>
      <pc:sldChg chg="modSp new mod">
        <pc:chgData name="Ankitha Jose" userId="a849fa082173de16" providerId="LiveId" clId="{5FCB4930-EDC9-49AB-B3E8-772F6B13E812}" dt="2026-01-25T09:45:12.371" v="402" actId="113"/>
        <pc:sldMkLst>
          <pc:docMk/>
          <pc:sldMk cId="2170334408" sldId="282"/>
        </pc:sldMkLst>
        <pc:spChg chg="mod">
          <ac:chgData name="Ankitha Jose" userId="a849fa082173de16" providerId="LiveId" clId="{5FCB4930-EDC9-49AB-B3E8-772F6B13E812}" dt="2026-01-25T09:43:55.090" v="394" actId="14100"/>
          <ac:spMkLst>
            <pc:docMk/>
            <pc:sldMk cId="2170334408" sldId="282"/>
            <ac:spMk id="2" creationId="{5DBBA435-C5C0-C555-DF50-458267D8DDD9}"/>
          </ac:spMkLst>
        </pc:spChg>
        <pc:spChg chg="mod">
          <ac:chgData name="Ankitha Jose" userId="a849fa082173de16" providerId="LiveId" clId="{5FCB4930-EDC9-49AB-B3E8-772F6B13E812}" dt="2026-01-25T09:45:12.371" v="402" actId="113"/>
          <ac:spMkLst>
            <pc:docMk/>
            <pc:sldMk cId="2170334408" sldId="282"/>
            <ac:spMk id="3" creationId="{3B3DE3F4-D69F-9D3D-B1C0-B661B4907934}"/>
          </ac:spMkLst>
        </pc:spChg>
      </pc:sldChg>
      <pc:sldChg chg="addSp modSp new mod">
        <pc:chgData name="Ankitha Jose" userId="a849fa082173de16" providerId="LiveId" clId="{5FCB4930-EDC9-49AB-B3E8-772F6B13E812}" dt="2026-01-25T10:54:41.084" v="576" actId="6549"/>
        <pc:sldMkLst>
          <pc:docMk/>
          <pc:sldMk cId="2437162294" sldId="283"/>
        </pc:sldMkLst>
        <pc:spChg chg="mod">
          <ac:chgData name="Ankitha Jose" userId="a849fa082173de16" providerId="LiveId" clId="{5FCB4930-EDC9-49AB-B3E8-772F6B13E812}" dt="2026-01-25T10:45:28.342" v="494" actId="313"/>
          <ac:spMkLst>
            <pc:docMk/>
            <pc:sldMk cId="2437162294" sldId="283"/>
            <ac:spMk id="2" creationId="{EF7931B8-4084-997F-32B1-351BC75A242E}"/>
          </ac:spMkLst>
        </pc:spChg>
        <pc:spChg chg="mod">
          <ac:chgData name="Ankitha Jose" userId="a849fa082173de16" providerId="LiveId" clId="{5FCB4930-EDC9-49AB-B3E8-772F6B13E812}" dt="2026-01-25T10:54:41.084" v="576" actId="6549"/>
          <ac:spMkLst>
            <pc:docMk/>
            <pc:sldMk cId="2437162294" sldId="283"/>
            <ac:spMk id="3" creationId="{D092C2CD-ED3F-3445-B452-EB4BDAB6A8BF}"/>
          </ac:spMkLst>
        </pc:spChg>
        <pc:spChg chg="add mod ord">
          <ac:chgData name="Ankitha Jose" userId="a849fa082173de16" providerId="LiveId" clId="{5FCB4930-EDC9-49AB-B3E8-772F6B13E812}" dt="2026-01-25T10:54:10.677" v="543" actId="1076"/>
          <ac:spMkLst>
            <pc:docMk/>
            <pc:sldMk cId="2437162294" sldId="283"/>
            <ac:spMk id="5" creationId="{F7F5F027-9F46-F8FC-D58B-C454D86919DC}"/>
          </ac:spMkLst>
        </pc:spChg>
      </pc:sldChg>
      <pc:sldChg chg="modSp new mod">
        <pc:chgData name="Ankitha Jose" userId="a849fa082173de16" providerId="LiveId" clId="{5FCB4930-EDC9-49AB-B3E8-772F6B13E812}" dt="2026-01-25T11:52:38.916" v="974" actId="113"/>
        <pc:sldMkLst>
          <pc:docMk/>
          <pc:sldMk cId="2602766459" sldId="284"/>
        </pc:sldMkLst>
        <pc:spChg chg="mod">
          <ac:chgData name="Ankitha Jose" userId="a849fa082173de16" providerId="LiveId" clId="{5FCB4930-EDC9-49AB-B3E8-772F6B13E812}" dt="2026-01-25T10:56:14.448" v="587" actId="403"/>
          <ac:spMkLst>
            <pc:docMk/>
            <pc:sldMk cId="2602766459" sldId="284"/>
            <ac:spMk id="2" creationId="{50570793-AF93-71E2-48E6-099FAD47A1C4}"/>
          </ac:spMkLst>
        </pc:spChg>
        <pc:spChg chg="mod">
          <ac:chgData name="Ankitha Jose" userId="a849fa082173de16" providerId="LiveId" clId="{5FCB4930-EDC9-49AB-B3E8-772F6B13E812}" dt="2026-01-25T11:52:38.916" v="974" actId="113"/>
          <ac:spMkLst>
            <pc:docMk/>
            <pc:sldMk cId="2602766459" sldId="284"/>
            <ac:spMk id="3" creationId="{29698858-9C39-E135-2AAF-4602C698905D}"/>
          </ac:spMkLst>
        </pc:spChg>
      </pc:sldChg>
      <pc:sldChg chg="addSp delSp modSp new mod">
        <pc:chgData name="Ankitha Jose" userId="a849fa082173de16" providerId="LiveId" clId="{5FCB4930-EDC9-49AB-B3E8-772F6B13E812}" dt="2026-01-28T10:34:19.890" v="1454" actId="113"/>
        <pc:sldMkLst>
          <pc:docMk/>
          <pc:sldMk cId="3772693336" sldId="285"/>
        </pc:sldMkLst>
        <pc:spChg chg="add">
          <ac:chgData name="Ankitha Jose" userId="a849fa082173de16" providerId="LiveId" clId="{5FCB4930-EDC9-49AB-B3E8-772F6B13E812}" dt="2026-01-28T10:33:00.649" v="1396"/>
          <ac:spMkLst>
            <pc:docMk/>
            <pc:sldMk cId="3772693336" sldId="285"/>
            <ac:spMk id="2" creationId="{38046BEA-B8E3-0DF4-659A-E9101E3C2E0E}"/>
          </ac:spMkLst>
        </pc:spChg>
        <pc:spChg chg="mod">
          <ac:chgData name="Ankitha Jose" userId="a849fa082173de16" providerId="LiveId" clId="{5FCB4930-EDC9-49AB-B3E8-772F6B13E812}" dt="2026-01-28T10:34:19.890" v="1454" actId="113"/>
          <ac:spMkLst>
            <pc:docMk/>
            <pc:sldMk cId="3772693336" sldId="285"/>
            <ac:spMk id="3" creationId="{C4245A01-E0CC-9501-E4A4-CAB6F7693973}"/>
          </ac:spMkLst>
        </pc:spChg>
        <pc:spChg chg="mod">
          <ac:chgData name="Ankitha Jose" userId="a849fa082173de16" providerId="LiveId" clId="{5FCB4930-EDC9-49AB-B3E8-772F6B13E812}" dt="2026-01-27T21:14:06.913" v="1393" actId="6549"/>
          <ac:spMkLst>
            <pc:docMk/>
            <pc:sldMk cId="3772693336" sldId="285"/>
            <ac:spMk id="4" creationId="{63D17C4D-B616-2190-AA5E-8E806636D7DA}"/>
          </ac:spMkLst>
        </pc:sp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26" creationId="{934B12CC-A014-8C5C-E13D-8DB9016E487A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27" creationId="{C0C0BCA1-2444-2E38-1F78-0A568E0F7A3F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28" creationId="{68C69D81-39B2-B248-4167-6F89843D02A0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29" creationId="{5EC0AD01-B717-6A71-763A-0C4F91B264D0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30" creationId="{9579F952-0DC6-0E81-40F6-3766CAF93D20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31" creationId="{585D9E95-F1EB-A9CB-A56D-9B19F3B3E446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32" creationId="{BA0343C5-07A6-CF80-0AB8-1D4775977B59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33" creationId="{0C487185-3884-AFC3-CE49-CE649AEF973A}"/>
          </ac:picMkLst>
        </pc:picChg>
        <pc:picChg chg="add">
          <ac:chgData name="Ankitha Jose" userId="a849fa082173de16" providerId="LiveId" clId="{5FCB4930-EDC9-49AB-B3E8-772F6B13E812}" dt="2026-01-28T10:33:00.649" v="1396"/>
          <ac:picMkLst>
            <pc:docMk/>
            <pc:sldMk cId="3772693336" sldId="285"/>
            <ac:picMk id="1034" creationId="{0D1A2F1F-6C3F-3792-39D7-36AFCF43A1E4}"/>
          </ac:picMkLst>
        </pc:picChg>
      </pc:sldChg>
      <pc:sldChg chg="modSp new mod">
        <pc:chgData name="Ankitha Jose" userId="a849fa082173de16" providerId="LiveId" clId="{5FCB4930-EDC9-49AB-B3E8-772F6B13E812}" dt="2026-01-25T11:37:02.849" v="807" actId="403"/>
        <pc:sldMkLst>
          <pc:docMk/>
          <pc:sldMk cId="1310870830" sldId="286"/>
        </pc:sldMkLst>
        <pc:spChg chg="mod">
          <ac:chgData name="Ankitha Jose" userId="a849fa082173de16" providerId="LiveId" clId="{5FCB4930-EDC9-49AB-B3E8-772F6B13E812}" dt="2026-01-25T11:35:31.692" v="789" actId="14100"/>
          <ac:spMkLst>
            <pc:docMk/>
            <pc:sldMk cId="1310870830" sldId="286"/>
            <ac:spMk id="2" creationId="{6FCBB3F1-7620-1297-AAB4-0B92FA518927}"/>
          </ac:spMkLst>
        </pc:spChg>
        <pc:spChg chg="mod">
          <ac:chgData name="Ankitha Jose" userId="a849fa082173de16" providerId="LiveId" clId="{5FCB4930-EDC9-49AB-B3E8-772F6B13E812}" dt="2026-01-25T11:37:02.849" v="807" actId="403"/>
          <ac:spMkLst>
            <pc:docMk/>
            <pc:sldMk cId="1310870830" sldId="286"/>
            <ac:spMk id="3" creationId="{6ED79C89-3297-0259-84FF-ABF25DC316F3}"/>
          </ac:spMkLst>
        </pc:spChg>
      </pc:sldChg>
      <pc:sldChg chg="addSp delSp modSp new mod modClrScheme chgLayout">
        <pc:chgData name="Ankitha Jose" userId="a849fa082173de16" providerId="LiveId" clId="{5FCB4930-EDC9-49AB-B3E8-772F6B13E812}" dt="2026-01-25T11:50:51.531" v="908" actId="14100"/>
        <pc:sldMkLst>
          <pc:docMk/>
          <pc:sldMk cId="1690947216" sldId="287"/>
        </pc:sldMkLst>
        <pc:spChg chg="mod">
          <ac:chgData name="Ankitha Jose" userId="a849fa082173de16" providerId="LiveId" clId="{5FCB4930-EDC9-49AB-B3E8-772F6B13E812}" dt="2026-01-25T11:50:51.531" v="908" actId="14100"/>
          <ac:spMkLst>
            <pc:docMk/>
            <pc:sldMk cId="1690947216" sldId="287"/>
            <ac:spMk id="2" creationId="{F4704CDD-A318-777D-3CBF-BF8725FC64E2}"/>
          </ac:spMkLst>
        </pc:spChg>
        <pc:spChg chg="mod">
          <ac:chgData name="Ankitha Jose" userId="a849fa082173de16" providerId="LiveId" clId="{5FCB4930-EDC9-49AB-B3E8-772F6B13E812}" dt="2026-01-25T11:43:18.735" v="873" actId="14100"/>
          <ac:spMkLst>
            <pc:docMk/>
            <pc:sldMk cId="1690947216" sldId="287"/>
            <ac:spMk id="3" creationId="{69B46566-6216-30B2-8443-DAB7B7D765A7}"/>
          </ac:spMkLst>
        </pc:spChg>
        <pc:spChg chg="mod">
          <ac:chgData name="Ankitha Jose" userId="a849fa082173de16" providerId="LiveId" clId="{5FCB4930-EDC9-49AB-B3E8-772F6B13E812}" dt="2026-01-25T11:39:17.806" v="823" actId="26606"/>
          <ac:spMkLst>
            <pc:docMk/>
            <pc:sldMk cId="1690947216" sldId="287"/>
            <ac:spMk id="4" creationId="{8A76F99D-56F1-A055-EABB-25B7857A6EDA}"/>
          </ac:spMkLst>
        </pc:spChg>
        <pc:spChg chg="add mod">
          <ac:chgData name="Ankitha Jose" userId="a849fa082173de16" providerId="LiveId" clId="{5FCB4930-EDC9-49AB-B3E8-772F6B13E812}" dt="2026-01-25T11:44:45.357" v="888" actId="403"/>
          <ac:spMkLst>
            <pc:docMk/>
            <pc:sldMk cId="1690947216" sldId="287"/>
            <ac:spMk id="6" creationId="{4E3EA9A5-6929-80F5-60A6-F12C4C4DFD43}"/>
          </ac:spMkLst>
        </pc:spChg>
      </pc:sldChg>
      <pc:sldChg chg="delSp modSp new mod">
        <pc:chgData name="Ankitha Jose" userId="a849fa082173de16" providerId="LiveId" clId="{5FCB4930-EDC9-49AB-B3E8-772F6B13E812}" dt="2026-01-25T11:50:57.219" v="911" actId="20577"/>
        <pc:sldMkLst>
          <pc:docMk/>
          <pc:sldMk cId="1884083031" sldId="288"/>
        </pc:sldMkLst>
        <pc:spChg chg="mod">
          <ac:chgData name="Ankitha Jose" userId="a849fa082173de16" providerId="LiveId" clId="{5FCB4930-EDC9-49AB-B3E8-772F6B13E812}" dt="2026-01-25T11:50:57.219" v="911" actId="20577"/>
          <ac:spMkLst>
            <pc:docMk/>
            <pc:sldMk cId="1884083031" sldId="288"/>
            <ac:spMk id="2" creationId="{1A48AC9C-B3EB-2105-6A8B-229E9680593C}"/>
          </ac:spMkLst>
        </pc:spChg>
        <pc:spChg chg="mod">
          <ac:chgData name="Ankitha Jose" userId="a849fa082173de16" providerId="LiveId" clId="{5FCB4930-EDC9-49AB-B3E8-772F6B13E812}" dt="2026-01-25T11:46:59.590" v="904" actId="27636"/>
          <ac:spMkLst>
            <pc:docMk/>
            <pc:sldMk cId="1884083031" sldId="288"/>
            <ac:spMk id="3" creationId="{C2A32A96-020C-D0B7-E6C5-AE15DA36467D}"/>
          </ac:spMkLst>
        </pc:spChg>
      </pc:sldChg>
      <pc:sldChg chg="delSp modSp new mod">
        <pc:chgData name="Ankitha Jose" userId="a849fa082173de16" providerId="LiveId" clId="{5FCB4930-EDC9-49AB-B3E8-772F6B13E812}" dt="2026-01-25T11:55:15.520" v="1177" actId="114"/>
        <pc:sldMkLst>
          <pc:docMk/>
          <pc:sldMk cId="2618522581" sldId="289"/>
        </pc:sldMkLst>
        <pc:spChg chg="mod">
          <ac:chgData name="Ankitha Jose" userId="a849fa082173de16" providerId="LiveId" clId="{5FCB4930-EDC9-49AB-B3E8-772F6B13E812}" dt="2026-01-25T11:51:16.579" v="918" actId="14100"/>
          <ac:spMkLst>
            <pc:docMk/>
            <pc:sldMk cId="2618522581" sldId="289"/>
            <ac:spMk id="2" creationId="{A313463E-7FFD-4FFD-6F20-EE7BF38C32AE}"/>
          </ac:spMkLst>
        </pc:spChg>
        <pc:spChg chg="mod">
          <ac:chgData name="Ankitha Jose" userId="a849fa082173de16" providerId="LiveId" clId="{5FCB4930-EDC9-49AB-B3E8-772F6B13E812}" dt="2026-01-25T11:55:15.520" v="1177" actId="114"/>
          <ac:spMkLst>
            <pc:docMk/>
            <pc:sldMk cId="2618522581" sldId="289"/>
            <ac:spMk id="3" creationId="{50FEB09F-E0BE-440D-7128-6321C18601DC}"/>
          </ac:spMkLst>
        </pc:spChg>
      </pc:sldChg>
      <pc:sldChg chg="delSp modSp new mod">
        <pc:chgData name="Ankitha Jose" userId="a849fa082173de16" providerId="LiveId" clId="{5FCB4930-EDC9-49AB-B3E8-772F6B13E812}" dt="2026-01-25T11:57:21.067" v="1229" actId="27636"/>
        <pc:sldMkLst>
          <pc:docMk/>
          <pc:sldMk cId="968367830" sldId="290"/>
        </pc:sldMkLst>
        <pc:spChg chg="mod">
          <ac:chgData name="Ankitha Jose" userId="a849fa082173de16" providerId="LiveId" clId="{5FCB4930-EDC9-49AB-B3E8-772F6B13E812}" dt="2026-01-25T11:57:21.067" v="1229" actId="27636"/>
          <ac:spMkLst>
            <pc:docMk/>
            <pc:sldMk cId="968367830" sldId="290"/>
            <ac:spMk id="3" creationId="{70EED6AD-2EC9-DCCD-98AC-A7A916E9D67E}"/>
          </ac:spMkLst>
        </pc:spChg>
      </pc:sldChg>
      <pc:sldChg chg="addSp delSp modSp new mod">
        <pc:chgData name="Ankitha Jose" userId="a849fa082173de16" providerId="LiveId" clId="{5FCB4930-EDC9-49AB-B3E8-772F6B13E812}" dt="2026-01-28T10:38:36.969" v="1479" actId="27636"/>
        <pc:sldMkLst>
          <pc:docMk/>
          <pc:sldMk cId="2850854414" sldId="291"/>
        </pc:sldMkLst>
        <pc:spChg chg="add">
          <ac:chgData name="Ankitha Jose" userId="a849fa082173de16" providerId="LiveId" clId="{5FCB4930-EDC9-49AB-B3E8-772F6B13E812}" dt="2026-01-28T10:37:15.879" v="1474"/>
          <ac:spMkLst>
            <pc:docMk/>
            <pc:sldMk cId="2850854414" sldId="291"/>
            <ac:spMk id="2" creationId="{61EE9F7D-A2C7-9989-3C09-6FE12415BA0A}"/>
          </ac:spMkLst>
        </pc:spChg>
        <pc:spChg chg="mod">
          <ac:chgData name="Ankitha Jose" userId="a849fa082173de16" providerId="LiveId" clId="{5FCB4930-EDC9-49AB-B3E8-772F6B13E812}" dt="2026-01-28T10:38:36.969" v="1479" actId="27636"/>
          <ac:spMkLst>
            <pc:docMk/>
            <pc:sldMk cId="2850854414" sldId="291"/>
            <ac:spMk id="3" creationId="{E899598F-05F7-C9C1-E7CB-071A4C421655}"/>
          </ac:spMkLst>
        </pc:spChg>
        <pc:spChg chg="add mod">
          <ac:chgData name="Ankitha Jose" userId="a849fa082173de16" providerId="LiveId" clId="{5FCB4930-EDC9-49AB-B3E8-772F6B13E812}" dt="2026-01-28T10:37:35.752" v="1477" actId="14100"/>
          <ac:spMkLst>
            <pc:docMk/>
            <pc:sldMk cId="2850854414" sldId="291"/>
            <ac:spMk id="5" creationId="{68D39B43-98C3-B6EF-8B30-7C1543A96AF6}"/>
          </ac:spMkLst>
        </pc:spChg>
      </pc:sldChg>
      <pc:sldChg chg="addSp delSp modSp new mod">
        <pc:chgData name="Ankitha Jose" userId="a849fa082173de16" providerId="LiveId" clId="{5FCB4930-EDC9-49AB-B3E8-772F6B13E812}" dt="2026-01-28T10:40:16.774" v="1488" actId="113"/>
        <pc:sldMkLst>
          <pc:docMk/>
          <pc:sldMk cId="1428066393" sldId="292"/>
        </pc:sldMkLst>
        <pc:spChg chg="add">
          <ac:chgData name="Ankitha Jose" userId="a849fa082173de16" providerId="LiveId" clId="{5FCB4930-EDC9-49AB-B3E8-772F6B13E812}" dt="2026-01-28T10:39:54.621" v="1480"/>
          <ac:spMkLst>
            <pc:docMk/>
            <pc:sldMk cId="1428066393" sldId="292"/>
            <ac:spMk id="2" creationId="{01A3AE14-6F6A-D577-BD2F-9BBD6419A842}"/>
          </ac:spMkLst>
        </pc:spChg>
        <pc:spChg chg="add del mod">
          <ac:chgData name="Ankitha Jose" userId="a849fa082173de16" providerId="LiveId" clId="{5FCB4930-EDC9-49AB-B3E8-772F6B13E812}" dt="2026-01-28T10:40:16.774" v="1488" actId="113"/>
          <ac:spMkLst>
            <pc:docMk/>
            <pc:sldMk cId="1428066393" sldId="292"/>
            <ac:spMk id="3" creationId="{8DFF74F8-F6B0-920F-4969-3EDD1441FF40}"/>
          </ac:spMkLst>
        </pc:spChg>
        <pc:spChg chg="add mod">
          <ac:chgData name="Ankitha Jose" userId="a849fa082173de16" providerId="LiveId" clId="{5FCB4930-EDC9-49AB-B3E8-772F6B13E812}" dt="2026-01-28T10:40:00.407" v="1485"/>
          <ac:spMkLst>
            <pc:docMk/>
            <pc:sldMk cId="1428066393" sldId="292"/>
            <ac:spMk id="5" creationId="{7CCD228C-B95B-D66C-D39E-A98A1F5E4A9A}"/>
          </ac:spMkLst>
        </pc:spChg>
      </pc:sldChg>
      <pc:sldChg chg="delSp modSp new mod">
        <pc:chgData name="Ankitha Jose" userId="a849fa082173de16" providerId="LiveId" clId="{5FCB4930-EDC9-49AB-B3E8-772F6B13E812}" dt="2026-01-25T12:36:59.826" v="1314" actId="20577"/>
        <pc:sldMkLst>
          <pc:docMk/>
          <pc:sldMk cId="4118384448" sldId="293"/>
        </pc:sldMkLst>
        <pc:spChg chg="mod">
          <ac:chgData name="Ankitha Jose" userId="a849fa082173de16" providerId="LiveId" clId="{5FCB4930-EDC9-49AB-B3E8-772F6B13E812}" dt="2026-01-25T12:36:59.826" v="1314" actId="20577"/>
          <ac:spMkLst>
            <pc:docMk/>
            <pc:sldMk cId="4118384448" sldId="293"/>
            <ac:spMk id="3" creationId="{915C4EFE-18E6-77D8-DF8A-07B8983C2165}"/>
          </ac:spMkLst>
        </pc:spChg>
      </pc:sldChg>
      <pc:sldChg chg="modSp new mod">
        <pc:chgData name="Ankitha Jose" userId="a849fa082173de16" providerId="LiveId" clId="{5FCB4930-EDC9-49AB-B3E8-772F6B13E812}" dt="2026-01-25T12:40:45.092" v="1326" actId="27636"/>
        <pc:sldMkLst>
          <pc:docMk/>
          <pc:sldMk cId="2072953448" sldId="294"/>
        </pc:sldMkLst>
        <pc:spChg chg="mod">
          <ac:chgData name="Ankitha Jose" userId="a849fa082173de16" providerId="LiveId" clId="{5FCB4930-EDC9-49AB-B3E8-772F6B13E812}" dt="2026-01-25T12:40:09.534" v="1322" actId="14100"/>
          <ac:spMkLst>
            <pc:docMk/>
            <pc:sldMk cId="2072953448" sldId="294"/>
            <ac:spMk id="2" creationId="{BF80939F-B8C4-BDB8-7F31-D9D45ED8D8C8}"/>
          </ac:spMkLst>
        </pc:spChg>
        <pc:spChg chg="mod">
          <ac:chgData name="Ankitha Jose" userId="a849fa082173de16" providerId="LiveId" clId="{5FCB4930-EDC9-49AB-B3E8-772F6B13E812}" dt="2026-01-25T12:40:45.092" v="1326" actId="27636"/>
          <ac:spMkLst>
            <pc:docMk/>
            <pc:sldMk cId="2072953448" sldId="294"/>
            <ac:spMk id="3" creationId="{2CAAC3A3-1ED7-7CCA-C877-079E7B5AD362}"/>
          </ac:spMkLst>
        </pc:spChg>
      </pc:sldChg>
      <pc:sldChg chg="delSp modSp new mod">
        <pc:chgData name="Ankitha Jose" userId="a849fa082173de16" providerId="LiveId" clId="{5FCB4930-EDC9-49AB-B3E8-772F6B13E812}" dt="2026-01-25T12:43:20.180" v="1345"/>
        <pc:sldMkLst>
          <pc:docMk/>
          <pc:sldMk cId="1823258082" sldId="295"/>
        </pc:sldMkLst>
        <pc:spChg chg="mod">
          <ac:chgData name="Ankitha Jose" userId="a849fa082173de16" providerId="LiveId" clId="{5FCB4930-EDC9-49AB-B3E8-772F6B13E812}" dt="2026-01-25T12:43:20.180" v="1345"/>
          <ac:spMkLst>
            <pc:docMk/>
            <pc:sldMk cId="1823258082" sldId="295"/>
            <ac:spMk id="3" creationId="{3635954E-882C-03EA-6A41-EED5D875B44C}"/>
          </ac:spMkLst>
        </pc:spChg>
      </pc:sldChg>
      <pc:sldChg chg="delSp modSp new mod">
        <pc:chgData name="Ankitha Jose" userId="a849fa082173de16" providerId="LiveId" clId="{5FCB4930-EDC9-49AB-B3E8-772F6B13E812}" dt="2026-01-28T10:52:54.306" v="1513" actId="13926"/>
        <pc:sldMkLst>
          <pc:docMk/>
          <pc:sldMk cId="1357650555" sldId="296"/>
        </pc:sldMkLst>
        <pc:spChg chg="del mod">
          <ac:chgData name="Ankitha Jose" userId="a849fa082173de16" providerId="LiveId" clId="{5FCB4930-EDC9-49AB-B3E8-772F6B13E812}" dt="2026-01-28T10:44:27.239" v="1494" actId="478"/>
          <ac:spMkLst>
            <pc:docMk/>
            <pc:sldMk cId="1357650555" sldId="296"/>
            <ac:spMk id="2" creationId="{1202CB09-268E-0C6E-F43D-5FA41798FBDC}"/>
          </ac:spMkLst>
        </pc:spChg>
        <pc:spChg chg="mod">
          <ac:chgData name="Ankitha Jose" userId="a849fa082173de16" providerId="LiveId" clId="{5FCB4930-EDC9-49AB-B3E8-772F6B13E812}" dt="2026-01-28T10:52:54.306" v="1513" actId="13926"/>
          <ac:spMkLst>
            <pc:docMk/>
            <pc:sldMk cId="1357650555" sldId="296"/>
            <ac:spMk id="3" creationId="{42369DD6-A70A-C5BC-E8F5-92DB60F76FED}"/>
          </ac:spMkLst>
        </pc:spChg>
      </pc:sldChg>
      <pc:sldChg chg="new del">
        <pc:chgData name="Ankitha Jose" userId="a849fa082173de16" providerId="LiveId" clId="{5FCB4930-EDC9-49AB-B3E8-772F6B13E812}" dt="2026-01-27T20:15:41.529" v="1365" actId="2696"/>
        <pc:sldMkLst>
          <pc:docMk/>
          <pc:sldMk cId="3302236477" sldId="296"/>
        </pc:sldMkLst>
      </pc:sldChg>
      <pc:sldChg chg="new del">
        <pc:chgData name="Ankitha Jose" userId="a849fa082173de16" providerId="LiveId" clId="{5FCB4930-EDC9-49AB-B3E8-772F6B13E812}" dt="2026-01-27T20:15:37.618" v="1364" actId="2696"/>
        <pc:sldMkLst>
          <pc:docMk/>
          <pc:sldMk cId="2910648770" sldId="297"/>
        </pc:sldMkLst>
      </pc:sldChg>
      <pc:sldChg chg="delSp modSp new mod">
        <pc:chgData name="Ankitha Jose" userId="a849fa082173de16" providerId="LiveId" clId="{5FCB4930-EDC9-49AB-B3E8-772F6B13E812}" dt="2026-01-28T10:54:38.759" v="1527" actId="27636"/>
        <pc:sldMkLst>
          <pc:docMk/>
          <pc:sldMk cId="3953050489" sldId="297"/>
        </pc:sldMkLst>
        <pc:spChg chg="del mod">
          <ac:chgData name="Ankitha Jose" userId="a849fa082173de16" providerId="LiveId" clId="{5FCB4930-EDC9-49AB-B3E8-772F6B13E812}" dt="2026-01-28T10:50:11.391" v="1510" actId="478"/>
          <ac:spMkLst>
            <pc:docMk/>
            <pc:sldMk cId="3953050489" sldId="297"/>
            <ac:spMk id="2" creationId="{6E65C205-6F47-D643-4467-AE8BC1EA9153}"/>
          </ac:spMkLst>
        </pc:spChg>
        <pc:spChg chg="mod">
          <ac:chgData name="Ankitha Jose" userId="a849fa082173de16" providerId="LiveId" clId="{5FCB4930-EDC9-49AB-B3E8-772F6B13E812}" dt="2026-01-28T10:54:38.759" v="1527" actId="27636"/>
          <ac:spMkLst>
            <pc:docMk/>
            <pc:sldMk cId="3953050489" sldId="297"/>
            <ac:spMk id="3" creationId="{76F482DA-5853-67FC-78C2-B944D45BCDC1}"/>
          </ac:spMkLst>
        </pc:spChg>
      </pc:sldChg>
      <pc:sldChg chg="delSp modSp new mod">
        <pc:chgData name="Ankitha Jose" userId="a849fa082173de16" providerId="LiveId" clId="{5FCB4930-EDC9-49AB-B3E8-772F6B13E812}" dt="2026-01-28T10:55:47.074" v="1537" actId="113"/>
        <pc:sldMkLst>
          <pc:docMk/>
          <pc:sldMk cId="706313516" sldId="298"/>
        </pc:sldMkLst>
        <pc:spChg chg="del mod">
          <ac:chgData name="Ankitha Jose" userId="a849fa082173de16" providerId="LiveId" clId="{5FCB4930-EDC9-49AB-B3E8-772F6B13E812}" dt="2026-01-28T10:55:31.977" v="1533" actId="478"/>
          <ac:spMkLst>
            <pc:docMk/>
            <pc:sldMk cId="706313516" sldId="298"/>
            <ac:spMk id="2" creationId="{369F5685-5111-6B1C-EC2A-4D0F67BF08B3}"/>
          </ac:spMkLst>
        </pc:spChg>
        <pc:spChg chg="mod">
          <ac:chgData name="Ankitha Jose" userId="a849fa082173de16" providerId="LiveId" clId="{5FCB4930-EDC9-49AB-B3E8-772F6B13E812}" dt="2026-01-28T10:55:47.074" v="1537" actId="113"/>
          <ac:spMkLst>
            <pc:docMk/>
            <pc:sldMk cId="706313516" sldId="298"/>
            <ac:spMk id="3" creationId="{DE817E5B-9ADC-6C7C-DDD5-78B10F41E777}"/>
          </ac:spMkLst>
        </pc:spChg>
      </pc:sldChg>
      <pc:sldChg chg="new del">
        <pc:chgData name="Ankitha Jose" userId="a849fa082173de16" providerId="LiveId" clId="{5FCB4930-EDC9-49AB-B3E8-772F6B13E812}" dt="2026-01-27T20:15:48.567" v="1366" actId="2696"/>
        <pc:sldMkLst>
          <pc:docMk/>
          <pc:sldMk cId="4021103681" sldId="298"/>
        </pc:sldMkLst>
      </pc:sldChg>
      <pc:sldChg chg="new del">
        <pc:chgData name="Ankitha Jose" userId="a849fa082173de16" providerId="LiveId" clId="{5FCB4930-EDC9-49AB-B3E8-772F6B13E812}" dt="2026-01-27T20:15:33.814" v="1363" actId="2696"/>
        <pc:sldMkLst>
          <pc:docMk/>
          <pc:sldMk cId="2884651" sldId="299"/>
        </pc:sldMkLst>
      </pc:sldChg>
      <pc:sldChg chg="delSp modSp new mod">
        <pc:chgData name="Ankitha Jose" userId="a849fa082173de16" providerId="LiveId" clId="{5FCB4930-EDC9-49AB-B3E8-772F6B13E812}" dt="2026-01-28T10:57:57.140" v="1565" actId="20577"/>
        <pc:sldMkLst>
          <pc:docMk/>
          <pc:sldMk cId="342473278" sldId="299"/>
        </pc:sldMkLst>
        <pc:spChg chg="del mod">
          <ac:chgData name="Ankitha Jose" userId="a849fa082173de16" providerId="LiveId" clId="{5FCB4930-EDC9-49AB-B3E8-772F6B13E812}" dt="2026-01-28T10:57:35.952" v="1541" actId="478"/>
          <ac:spMkLst>
            <pc:docMk/>
            <pc:sldMk cId="342473278" sldId="299"/>
            <ac:spMk id="2" creationId="{FAEAF200-9F20-B247-933F-BCCA545E53CA}"/>
          </ac:spMkLst>
        </pc:spChg>
        <pc:spChg chg="mod">
          <ac:chgData name="Ankitha Jose" userId="a849fa082173de16" providerId="LiveId" clId="{5FCB4930-EDC9-49AB-B3E8-772F6B13E812}" dt="2026-01-28T10:57:57.140" v="1565" actId="20577"/>
          <ac:spMkLst>
            <pc:docMk/>
            <pc:sldMk cId="342473278" sldId="299"/>
            <ac:spMk id="3" creationId="{7B07A801-E42E-FBCF-1896-DE39B2E62B20}"/>
          </ac:spMkLst>
        </pc:spChg>
      </pc:sldChg>
      <pc:sldChg chg="addSp delSp modSp new mod">
        <pc:chgData name="Ankitha Jose" userId="a849fa082173de16" providerId="LiveId" clId="{5FCB4930-EDC9-49AB-B3E8-772F6B13E812}" dt="2026-01-28T11:12:02.237" v="1576"/>
        <pc:sldMkLst>
          <pc:docMk/>
          <pc:sldMk cId="4069799246" sldId="300"/>
        </pc:sldMkLst>
        <pc:spChg chg="del mod">
          <ac:chgData name="Ankitha Jose" userId="a849fa082173de16" providerId="LiveId" clId="{5FCB4930-EDC9-49AB-B3E8-772F6B13E812}" dt="2026-01-28T11:06:55.287" v="1568" actId="478"/>
          <ac:spMkLst>
            <pc:docMk/>
            <pc:sldMk cId="4069799246" sldId="300"/>
            <ac:spMk id="2" creationId="{AAD64700-33DF-7ABB-5B3D-7A9B66CAC1EC}"/>
          </ac:spMkLst>
        </pc:spChg>
        <pc:spChg chg="add del mod">
          <ac:chgData name="Ankitha Jose" userId="a849fa082173de16" providerId="LiveId" clId="{5FCB4930-EDC9-49AB-B3E8-772F6B13E812}" dt="2026-01-28T11:12:02.237" v="1576"/>
          <ac:spMkLst>
            <pc:docMk/>
            <pc:sldMk cId="4069799246" sldId="300"/>
            <ac:spMk id="3" creationId="{81A1DC26-AEA1-829B-5C55-27A5A5AB53B2}"/>
          </ac:spMkLst>
        </pc:spChg>
        <pc:spChg chg="add del mod">
          <ac:chgData name="Ankitha Jose" userId="a849fa082173de16" providerId="LiveId" clId="{5FCB4930-EDC9-49AB-B3E8-772F6B13E812}" dt="2026-01-28T11:08:09.662" v="1575" actId="14100"/>
          <ac:spMkLst>
            <pc:docMk/>
            <pc:sldMk cId="4069799246" sldId="300"/>
            <ac:spMk id="5" creationId="{678A7F58-1335-5FED-6F86-65D9E7264C3D}"/>
          </ac:spMkLst>
        </pc:spChg>
        <pc:picChg chg="add del">
          <ac:chgData name="Ankitha Jose" userId="a849fa082173de16" providerId="LiveId" clId="{5FCB4930-EDC9-49AB-B3E8-772F6B13E812}" dt="2026-01-28T11:08:02.326" v="1573" actId="21"/>
          <ac:picMkLst>
            <pc:docMk/>
            <pc:sldMk cId="4069799246" sldId="300"/>
            <ac:picMk id="4098" creationId="{FC75E9AE-5D6B-BA8A-E69E-DB0CCBDFEF50}"/>
          </ac:picMkLst>
        </pc:picChg>
      </pc:sldChg>
      <pc:sldChg chg="delSp modSp new mod">
        <pc:chgData name="Ankitha Jose" userId="a849fa082173de16" providerId="LiveId" clId="{5FCB4930-EDC9-49AB-B3E8-772F6B13E812}" dt="2026-01-28T11:13:25.779" v="1588" actId="403"/>
        <pc:sldMkLst>
          <pc:docMk/>
          <pc:sldMk cId="2639621475" sldId="301"/>
        </pc:sldMkLst>
        <pc:spChg chg="del mod">
          <ac:chgData name="Ankitha Jose" userId="a849fa082173de16" providerId="LiveId" clId="{5FCB4930-EDC9-49AB-B3E8-772F6B13E812}" dt="2026-01-28T11:13:07.653" v="1580" actId="478"/>
          <ac:spMkLst>
            <pc:docMk/>
            <pc:sldMk cId="2639621475" sldId="301"/>
            <ac:spMk id="2" creationId="{B9887D73-2FF9-1FEB-AA08-E081A753A52D}"/>
          </ac:spMkLst>
        </pc:spChg>
        <pc:spChg chg="mod">
          <ac:chgData name="Ankitha Jose" userId="a849fa082173de16" providerId="LiveId" clId="{5FCB4930-EDC9-49AB-B3E8-772F6B13E812}" dt="2026-01-28T11:13:25.779" v="1588" actId="403"/>
          <ac:spMkLst>
            <pc:docMk/>
            <pc:sldMk cId="2639621475" sldId="301"/>
            <ac:spMk id="3" creationId="{E25CE63C-8692-4B64-A258-9FCE68A81A17}"/>
          </ac:spMkLst>
        </pc:spChg>
      </pc:sldChg>
      <pc:sldChg chg="delSp modSp new mod">
        <pc:chgData name="Ankitha Jose" userId="a849fa082173de16" providerId="LiveId" clId="{5FCB4930-EDC9-49AB-B3E8-772F6B13E812}" dt="2026-01-28T11:14:43.762" v="1601" actId="113"/>
        <pc:sldMkLst>
          <pc:docMk/>
          <pc:sldMk cId="3232810399" sldId="302"/>
        </pc:sldMkLst>
        <pc:spChg chg="del mod">
          <ac:chgData name="Ankitha Jose" userId="a849fa082173de16" providerId="LiveId" clId="{5FCB4930-EDC9-49AB-B3E8-772F6B13E812}" dt="2026-01-28T11:13:39.615" v="1592" actId="478"/>
          <ac:spMkLst>
            <pc:docMk/>
            <pc:sldMk cId="3232810399" sldId="302"/>
            <ac:spMk id="2" creationId="{2DD112B7-2530-7C69-308E-562F4D3F460B}"/>
          </ac:spMkLst>
        </pc:spChg>
        <pc:spChg chg="mod">
          <ac:chgData name="Ankitha Jose" userId="a849fa082173de16" providerId="LiveId" clId="{5FCB4930-EDC9-49AB-B3E8-772F6B13E812}" dt="2026-01-28T11:14:43.762" v="1601" actId="113"/>
          <ac:spMkLst>
            <pc:docMk/>
            <pc:sldMk cId="3232810399" sldId="302"/>
            <ac:spMk id="3" creationId="{53FEF2CD-E3D5-A1E1-380B-CFBAF3000D6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48CD4A-A1C0-4EBD-B6D8-BDE466D42331}" type="doc">
      <dgm:prSet loTypeId="urn:microsoft.com/office/officeart/2005/8/layout/hierarchy1" loCatId="hierarchy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A45E6BF-7564-4265-A773-E05F1A453C74}">
      <dgm:prSet/>
      <dgm:spPr/>
      <dgm:t>
        <a:bodyPr/>
        <a:lstStyle/>
        <a:p>
          <a:r>
            <a:rPr lang="en-US"/>
            <a:t>👉 An </a:t>
          </a:r>
          <a:r>
            <a:rPr lang="en-US" b="1"/>
            <a:t>exception</a:t>
          </a:r>
          <a:r>
            <a:rPr lang="en-US"/>
            <a:t> is a problem that happens while program is running.</a:t>
          </a:r>
        </a:p>
      </dgm:t>
    </dgm:pt>
    <dgm:pt modelId="{0387B370-CD61-4AE0-A4D1-67C48BE26F56}" type="parTrans" cxnId="{F2FD909A-343E-4D44-BB86-C72ABE32B8BF}">
      <dgm:prSet/>
      <dgm:spPr/>
      <dgm:t>
        <a:bodyPr/>
        <a:lstStyle/>
        <a:p>
          <a:endParaRPr lang="en-US"/>
        </a:p>
      </dgm:t>
    </dgm:pt>
    <dgm:pt modelId="{D109AE70-0AE4-44CD-903D-29D58BCA484C}" type="sibTrans" cxnId="{F2FD909A-343E-4D44-BB86-C72ABE32B8BF}">
      <dgm:prSet/>
      <dgm:spPr/>
      <dgm:t>
        <a:bodyPr/>
        <a:lstStyle/>
        <a:p>
          <a:endParaRPr lang="en-US"/>
        </a:p>
      </dgm:t>
    </dgm:pt>
    <dgm:pt modelId="{2A2255FC-8776-47EC-B282-5942CE563F22}">
      <dgm:prSet/>
      <dgm:spPr/>
      <dgm:t>
        <a:bodyPr/>
        <a:lstStyle/>
        <a:p>
          <a:r>
            <a:rPr lang="en-US" b="1"/>
            <a:t>Example: </a:t>
          </a:r>
          <a:r>
            <a:rPr lang="en-US"/>
            <a:t>You try to find element, But it’s not on page → exception happens.</a:t>
          </a:r>
        </a:p>
      </dgm:t>
    </dgm:pt>
    <dgm:pt modelId="{B8B165DF-6CC9-4036-A06A-D60FD942E056}" type="parTrans" cxnId="{3C81DDA1-467B-4956-A248-36CFC7C263D2}">
      <dgm:prSet/>
      <dgm:spPr/>
      <dgm:t>
        <a:bodyPr/>
        <a:lstStyle/>
        <a:p>
          <a:endParaRPr lang="en-US"/>
        </a:p>
      </dgm:t>
    </dgm:pt>
    <dgm:pt modelId="{2972A8CD-9F98-41CC-A098-F0894B9F7C55}" type="sibTrans" cxnId="{3C81DDA1-467B-4956-A248-36CFC7C263D2}">
      <dgm:prSet/>
      <dgm:spPr/>
      <dgm:t>
        <a:bodyPr/>
        <a:lstStyle/>
        <a:p>
          <a:endParaRPr lang="en-US"/>
        </a:p>
      </dgm:t>
    </dgm:pt>
    <dgm:pt modelId="{CB8CC9CA-2EB5-41D1-B986-59201C986ED1}" type="pres">
      <dgm:prSet presAssocID="{5B48CD4A-A1C0-4EBD-B6D8-BDE466D423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035A50-441A-44A1-AD21-2DFFBF91A6C4}" type="pres">
      <dgm:prSet presAssocID="{8A45E6BF-7564-4265-A773-E05F1A453C74}" presName="hierRoot1" presStyleCnt="0"/>
      <dgm:spPr/>
    </dgm:pt>
    <dgm:pt modelId="{0BBD3248-76B1-4B6A-B89E-10D26D8BA5FC}" type="pres">
      <dgm:prSet presAssocID="{8A45E6BF-7564-4265-A773-E05F1A453C74}" presName="composite" presStyleCnt="0"/>
      <dgm:spPr/>
    </dgm:pt>
    <dgm:pt modelId="{28D586D6-FB01-4EA0-9476-4AD091A977DE}" type="pres">
      <dgm:prSet presAssocID="{8A45E6BF-7564-4265-A773-E05F1A453C74}" presName="background" presStyleLbl="node0" presStyleIdx="0" presStyleCnt="2"/>
      <dgm:spPr/>
    </dgm:pt>
    <dgm:pt modelId="{99B0ADBC-C765-4FA4-BCD1-FF5CB92B284D}" type="pres">
      <dgm:prSet presAssocID="{8A45E6BF-7564-4265-A773-E05F1A453C74}" presName="text" presStyleLbl="fgAcc0" presStyleIdx="0" presStyleCnt="2">
        <dgm:presLayoutVars>
          <dgm:chPref val="3"/>
        </dgm:presLayoutVars>
      </dgm:prSet>
      <dgm:spPr/>
    </dgm:pt>
    <dgm:pt modelId="{5C6F21BB-7F0F-4ACD-8318-ACB05C206131}" type="pres">
      <dgm:prSet presAssocID="{8A45E6BF-7564-4265-A773-E05F1A453C74}" presName="hierChild2" presStyleCnt="0"/>
      <dgm:spPr/>
    </dgm:pt>
    <dgm:pt modelId="{5FD299BF-1468-40FE-A0AF-22F2FE3EADED}" type="pres">
      <dgm:prSet presAssocID="{2A2255FC-8776-47EC-B282-5942CE563F22}" presName="hierRoot1" presStyleCnt="0"/>
      <dgm:spPr/>
    </dgm:pt>
    <dgm:pt modelId="{7B7A4716-D1B0-4037-9AE9-0ACB1F40A0A5}" type="pres">
      <dgm:prSet presAssocID="{2A2255FC-8776-47EC-B282-5942CE563F22}" presName="composite" presStyleCnt="0"/>
      <dgm:spPr/>
    </dgm:pt>
    <dgm:pt modelId="{E3B38481-6517-4821-952E-C0F5D42F2AFE}" type="pres">
      <dgm:prSet presAssocID="{2A2255FC-8776-47EC-B282-5942CE563F22}" presName="background" presStyleLbl="node0" presStyleIdx="1" presStyleCnt="2"/>
      <dgm:spPr/>
    </dgm:pt>
    <dgm:pt modelId="{AA343BCE-67F7-4F61-973D-A05D353DBA34}" type="pres">
      <dgm:prSet presAssocID="{2A2255FC-8776-47EC-B282-5942CE563F22}" presName="text" presStyleLbl="fgAcc0" presStyleIdx="1" presStyleCnt="2">
        <dgm:presLayoutVars>
          <dgm:chPref val="3"/>
        </dgm:presLayoutVars>
      </dgm:prSet>
      <dgm:spPr/>
    </dgm:pt>
    <dgm:pt modelId="{36880AF2-88B5-437D-B70F-FAB4EDE10E7B}" type="pres">
      <dgm:prSet presAssocID="{2A2255FC-8776-47EC-B282-5942CE563F22}" presName="hierChild2" presStyleCnt="0"/>
      <dgm:spPr/>
    </dgm:pt>
  </dgm:ptLst>
  <dgm:cxnLst>
    <dgm:cxn modelId="{2BDD1C2B-948F-4838-890D-2ED0359CA542}" type="presOf" srcId="{2A2255FC-8776-47EC-B282-5942CE563F22}" destId="{AA343BCE-67F7-4F61-973D-A05D353DBA34}" srcOrd="0" destOrd="0" presId="urn:microsoft.com/office/officeart/2005/8/layout/hierarchy1"/>
    <dgm:cxn modelId="{F2FD909A-343E-4D44-BB86-C72ABE32B8BF}" srcId="{5B48CD4A-A1C0-4EBD-B6D8-BDE466D42331}" destId="{8A45E6BF-7564-4265-A773-E05F1A453C74}" srcOrd="0" destOrd="0" parTransId="{0387B370-CD61-4AE0-A4D1-67C48BE26F56}" sibTransId="{D109AE70-0AE4-44CD-903D-29D58BCA484C}"/>
    <dgm:cxn modelId="{3C81DDA1-467B-4956-A248-36CFC7C263D2}" srcId="{5B48CD4A-A1C0-4EBD-B6D8-BDE466D42331}" destId="{2A2255FC-8776-47EC-B282-5942CE563F22}" srcOrd="1" destOrd="0" parTransId="{B8B165DF-6CC9-4036-A06A-D60FD942E056}" sibTransId="{2972A8CD-9F98-41CC-A098-F0894B9F7C55}"/>
    <dgm:cxn modelId="{93C7D0E2-A385-479E-A202-019EEF62DDAD}" type="presOf" srcId="{8A45E6BF-7564-4265-A773-E05F1A453C74}" destId="{99B0ADBC-C765-4FA4-BCD1-FF5CB92B284D}" srcOrd="0" destOrd="0" presId="urn:microsoft.com/office/officeart/2005/8/layout/hierarchy1"/>
    <dgm:cxn modelId="{E790BCE4-652D-423D-91B9-0F9CEEB246C1}" type="presOf" srcId="{5B48CD4A-A1C0-4EBD-B6D8-BDE466D42331}" destId="{CB8CC9CA-2EB5-41D1-B986-59201C986ED1}" srcOrd="0" destOrd="0" presId="urn:microsoft.com/office/officeart/2005/8/layout/hierarchy1"/>
    <dgm:cxn modelId="{AEB4F95F-6183-49F4-B58D-A9FB2AEDF5A2}" type="presParOf" srcId="{CB8CC9CA-2EB5-41D1-B986-59201C986ED1}" destId="{E8035A50-441A-44A1-AD21-2DFFBF91A6C4}" srcOrd="0" destOrd="0" presId="urn:microsoft.com/office/officeart/2005/8/layout/hierarchy1"/>
    <dgm:cxn modelId="{59DC17E8-6629-49FB-90FD-E7901CDA72D7}" type="presParOf" srcId="{E8035A50-441A-44A1-AD21-2DFFBF91A6C4}" destId="{0BBD3248-76B1-4B6A-B89E-10D26D8BA5FC}" srcOrd="0" destOrd="0" presId="urn:microsoft.com/office/officeart/2005/8/layout/hierarchy1"/>
    <dgm:cxn modelId="{114793AE-AB40-42B2-995A-75A8C1348BE6}" type="presParOf" srcId="{0BBD3248-76B1-4B6A-B89E-10D26D8BA5FC}" destId="{28D586D6-FB01-4EA0-9476-4AD091A977DE}" srcOrd="0" destOrd="0" presId="urn:microsoft.com/office/officeart/2005/8/layout/hierarchy1"/>
    <dgm:cxn modelId="{08638C93-085D-41BC-91CA-BF1B349C135F}" type="presParOf" srcId="{0BBD3248-76B1-4B6A-B89E-10D26D8BA5FC}" destId="{99B0ADBC-C765-4FA4-BCD1-FF5CB92B284D}" srcOrd="1" destOrd="0" presId="urn:microsoft.com/office/officeart/2005/8/layout/hierarchy1"/>
    <dgm:cxn modelId="{C482F1BB-E211-4531-8135-BE77A077D303}" type="presParOf" srcId="{E8035A50-441A-44A1-AD21-2DFFBF91A6C4}" destId="{5C6F21BB-7F0F-4ACD-8318-ACB05C206131}" srcOrd="1" destOrd="0" presId="urn:microsoft.com/office/officeart/2005/8/layout/hierarchy1"/>
    <dgm:cxn modelId="{AF1FC599-CD24-4250-8D27-F10C2F52EE05}" type="presParOf" srcId="{CB8CC9CA-2EB5-41D1-B986-59201C986ED1}" destId="{5FD299BF-1468-40FE-A0AF-22F2FE3EADED}" srcOrd="1" destOrd="0" presId="urn:microsoft.com/office/officeart/2005/8/layout/hierarchy1"/>
    <dgm:cxn modelId="{14F4665E-7E66-443F-A28D-45D231ECAAE8}" type="presParOf" srcId="{5FD299BF-1468-40FE-A0AF-22F2FE3EADED}" destId="{7B7A4716-D1B0-4037-9AE9-0ACB1F40A0A5}" srcOrd="0" destOrd="0" presId="urn:microsoft.com/office/officeart/2005/8/layout/hierarchy1"/>
    <dgm:cxn modelId="{123AF64C-936B-42F2-B212-1BF3CC1C3AF1}" type="presParOf" srcId="{7B7A4716-D1B0-4037-9AE9-0ACB1F40A0A5}" destId="{E3B38481-6517-4821-952E-C0F5D42F2AFE}" srcOrd="0" destOrd="0" presId="urn:microsoft.com/office/officeart/2005/8/layout/hierarchy1"/>
    <dgm:cxn modelId="{D3C807C5-1B31-40F8-81BF-6616116D97AD}" type="presParOf" srcId="{7B7A4716-D1B0-4037-9AE9-0ACB1F40A0A5}" destId="{AA343BCE-67F7-4F61-973D-A05D353DBA34}" srcOrd="1" destOrd="0" presId="urn:microsoft.com/office/officeart/2005/8/layout/hierarchy1"/>
    <dgm:cxn modelId="{B5A7AA22-FDA9-4188-B9DF-41123C27E81D}" type="presParOf" srcId="{5FD299BF-1468-40FE-A0AF-22F2FE3EADED}" destId="{36880AF2-88B5-437D-B70F-FAB4EDE10E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586D6-FB01-4EA0-9476-4AD091A977DE}">
      <dsp:nvSpPr>
        <dsp:cNvPr id="0" name=""/>
        <dsp:cNvSpPr/>
      </dsp:nvSpPr>
      <dsp:spPr>
        <a:xfrm>
          <a:off x="805" y="601412"/>
          <a:ext cx="2826754" cy="17949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9B0ADBC-C765-4FA4-BCD1-FF5CB92B284D}">
      <dsp:nvSpPr>
        <dsp:cNvPr id="0" name=""/>
        <dsp:cNvSpPr/>
      </dsp:nvSpPr>
      <dsp:spPr>
        <a:xfrm>
          <a:off x="314889" y="899792"/>
          <a:ext cx="2826754" cy="1794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👉 An </a:t>
          </a:r>
          <a:r>
            <a:rPr lang="en-US" sz="2200" b="1" kern="1200"/>
            <a:t>exception</a:t>
          </a:r>
          <a:r>
            <a:rPr lang="en-US" sz="2200" kern="1200"/>
            <a:t> is a problem that happens while program is running.</a:t>
          </a:r>
        </a:p>
      </dsp:txBody>
      <dsp:txXfrm>
        <a:off x="367462" y="952365"/>
        <a:ext cx="2721608" cy="1689843"/>
      </dsp:txXfrm>
    </dsp:sp>
    <dsp:sp modelId="{E3B38481-6517-4821-952E-C0F5D42F2AFE}">
      <dsp:nvSpPr>
        <dsp:cNvPr id="0" name=""/>
        <dsp:cNvSpPr/>
      </dsp:nvSpPr>
      <dsp:spPr>
        <a:xfrm>
          <a:off x="3455727" y="601412"/>
          <a:ext cx="2826754" cy="17949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343BCE-67F7-4F61-973D-A05D353DBA34}">
      <dsp:nvSpPr>
        <dsp:cNvPr id="0" name=""/>
        <dsp:cNvSpPr/>
      </dsp:nvSpPr>
      <dsp:spPr>
        <a:xfrm>
          <a:off x="3769811" y="899792"/>
          <a:ext cx="2826754" cy="1794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Example: </a:t>
          </a:r>
          <a:r>
            <a:rPr lang="en-US" sz="2200" kern="1200"/>
            <a:t>You try to find element, But it’s not on page → exception happens.</a:t>
          </a:r>
        </a:p>
      </dsp:txBody>
      <dsp:txXfrm>
        <a:off x="3822384" y="952365"/>
        <a:ext cx="2721608" cy="168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Error Handling - JAVA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 anchor="t">
            <a:normAutofit/>
          </a:bodyPr>
          <a:lstStyle/>
          <a:p>
            <a:r>
              <a:rPr lang="en-AU" dirty="0"/>
              <a:t>What is an Exception?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id="{59884FF4-D68C-0BBA-863F-8AA30A1F8A87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2054626833"/>
              </p:ext>
            </p:extLst>
          </p:nvPr>
        </p:nvGraphicFramePr>
        <p:xfrm>
          <a:off x="762001" y="3058886"/>
          <a:ext cx="6597372" cy="3296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 anchor="t">
            <a:normAutofit/>
          </a:bodyPr>
          <a:lstStyle/>
          <a:p>
            <a:r>
              <a:rPr lang="en-US"/>
              <a:t>Common Selenium exceptions you’ll see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AF26B611-3981-73FB-2FC7-50FA1220EDF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901744583"/>
              </p:ext>
            </p:extLst>
          </p:nvPr>
        </p:nvGraphicFramePr>
        <p:xfrm>
          <a:off x="762000" y="2592761"/>
          <a:ext cx="10665846" cy="33282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332923">
                  <a:extLst>
                    <a:ext uri="{9D8B030D-6E8A-4147-A177-3AD203B41FA5}">
                      <a16:colId xmlns:a16="http://schemas.microsoft.com/office/drawing/2014/main" val="545529771"/>
                    </a:ext>
                  </a:extLst>
                </a:gridCol>
                <a:gridCol w="5332923">
                  <a:extLst>
                    <a:ext uri="{9D8B030D-6E8A-4147-A177-3AD203B41FA5}">
                      <a16:colId xmlns:a16="http://schemas.microsoft.com/office/drawing/2014/main" val="2411397087"/>
                    </a:ext>
                  </a:extLst>
                </a:gridCol>
              </a:tblGrid>
              <a:tr h="55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Exception</a:t>
                      </a:r>
                    </a:p>
                  </a:txBody>
                  <a:tcPr marL="228588" marR="137153" marT="137153" marB="1371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When it happens</a:t>
                      </a:r>
                    </a:p>
                  </a:txBody>
                  <a:tcPr marL="228588" marR="137153" marT="137153" marB="1371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845872"/>
                  </a:ext>
                </a:extLst>
              </a:tr>
              <a:tr h="55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NoSuchElementException</a:t>
                      </a:r>
                    </a:p>
                  </a:txBody>
                  <a:tcPr marL="228588" marR="137153" marT="137153" marB="1371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Element not found</a:t>
                      </a:r>
                    </a:p>
                  </a:txBody>
                  <a:tcPr marL="228588" marR="137153" marT="137153" marB="1371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9244"/>
                  </a:ext>
                </a:extLst>
              </a:tr>
              <a:tr h="55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TimeoutException</a:t>
                      </a:r>
                    </a:p>
                  </a:txBody>
                  <a:tcPr marL="228588" marR="137153" marT="137153" marB="1371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Wait timed out</a:t>
                      </a:r>
                    </a:p>
                  </a:txBody>
                  <a:tcPr marL="228588" marR="137153" marT="137153" marB="1371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09128"/>
                  </a:ext>
                </a:extLst>
              </a:tr>
              <a:tr h="55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StaleElementReferenceException</a:t>
                      </a:r>
                    </a:p>
                  </a:txBody>
                  <a:tcPr marL="228588" marR="137153" marT="137153" marB="1371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Page refreshed, element changed</a:t>
                      </a:r>
                    </a:p>
                  </a:txBody>
                  <a:tcPr marL="228588" marR="137153" marT="137153" marB="1371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449473"/>
                  </a:ext>
                </a:extLst>
              </a:tr>
              <a:tr h="55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ElementNotInteractableException</a:t>
                      </a:r>
                    </a:p>
                  </a:txBody>
                  <a:tcPr marL="228588" marR="137153" marT="137153" marB="1371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Element exists but can’t click</a:t>
                      </a:r>
                    </a:p>
                  </a:txBody>
                  <a:tcPr marL="228588" marR="137153" marT="137153" marB="1371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76525"/>
                  </a:ext>
                </a:extLst>
              </a:tr>
              <a:tr h="55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FileNotFoundException</a:t>
                      </a:r>
                    </a:p>
                  </a:txBody>
                  <a:tcPr marL="228588" marR="137153" marT="137153" marB="1371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File missing</a:t>
                      </a:r>
                    </a:p>
                  </a:txBody>
                  <a:tcPr marL="228588" marR="137153" marT="137153" marB="1371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03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6F62-7F1B-B13F-0982-AEA23ADB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 anchor="t">
            <a:normAutofit/>
          </a:bodyPr>
          <a:lstStyle/>
          <a:p>
            <a:r>
              <a:rPr lang="en-US" sz="4100"/>
              <a:t>Why we need Exception Handling in Selenium ?</a:t>
            </a:r>
            <a:endParaRPr lang="en-AU" sz="4100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6947FC9-A555-6205-9C56-057BD96A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40430-45A3-8B2D-B8FD-8C366F50775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/>
          <a:p>
            <a:r>
              <a:rPr lang="en-US" b="1"/>
              <a:t>Without handling ❌</a:t>
            </a:r>
            <a:br>
              <a:rPr lang="en-US" b="1"/>
            </a:br>
            <a:r>
              <a:rPr lang="en-US"/>
              <a:t>➡ Test crashes immediately</a:t>
            </a:r>
          </a:p>
          <a:p>
            <a:r>
              <a:rPr lang="en-US" b="1"/>
              <a:t>With handling ✅</a:t>
            </a:r>
            <a:br>
              <a:rPr lang="en-US"/>
            </a:br>
            <a:r>
              <a:rPr lang="en-US"/>
              <a:t>➡ We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take screenshot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log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continue or fail gracefully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36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9BE1F0-FBEF-2DF4-D156-AC0C9DAD4438}"/>
              </a:ext>
            </a:extLst>
          </p:cNvPr>
          <p:cNvSpPr/>
          <p:nvPr/>
        </p:nvSpPr>
        <p:spPr>
          <a:xfrm>
            <a:off x="2189676" y="1589314"/>
            <a:ext cx="3733800" cy="4593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0B5C9-FADE-98B2-3C9F-3AE4D39C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856488"/>
          </a:xfrm>
        </p:spPr>
        <p:txBody>
          <a:bodyPr/>
          <a:lstStyle/>
          <a:p>
            <a:pPr algn="ctr"/>
            <a:r>
              <a:rPr lang="en-AU" dirty="0"/>
              <a:t>Syntax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F9EF2D-B636-1DC6-308A-5E559864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34E3-59A0-0EB1-F7FA-33968482A1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438399" y="2155370"/>
            <a:ext cx="4920973" cy="4199709"/>
          </a:xfrm>
        </p:spPr>
        <p:txBody>
          <a:bodyPr/>
          <a:lstStyle/>
          <a:p>
            <a:r>
              <a:rPr lang="en-AU" dirty="0"/>
              <a:t>try {</a:t>
            </a:r>
          </a:p>
          <a:p>
            <a:r>
              <a:rPr lang="en-AU" dirty="0"/>
              <a:t>   // risky code</a:t>
            </a:r>
          </a:p>
          <a:p>
            <a:r>
              <a:rPr lang="en-AU" dirty="0"/>
              <a:t>}</a:t>
            </a:r>
          </a:p>
          <a:p>
            <a:r>
              <a:rPr lang="en-AU" dirty="0"/>
              <a:t>catch(Exception e) {</a:t>
            </a:r>
          </a:p>
          <a:p>
            <a:r>
              <a:rPr lang="en-AU" dirty="0"/>
              <a:t>   // handle problem</a:t>
            </a:r>
          </a:p>
          <a:p>
            <a:r>
              <a:rPr lang="en-AU" dirty="0"/>
              <a:t>}</a:t>
            </a:r>
          </a:p>
          <a:p>
            <a:r>
              <a:rPr lang="en-AU" dirty="0"/>
              <a:t>finally {</a:t>
            </a:r>
          </a:p>
          <a:p>
            <a:r>
              <a:rPr lang="en-AU" dirty="0"/>
              <a:t>   // always runs (optional)</a:t>
            </a:r>
          </a:p>
          <a:p>
            <a:r>
              <a:rPr lang="en-AU" dirty="0"/>
              <a:t>}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170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D3E18C-92E8-6E18-4D69-EF5DF66FAE73}"/>
              </a:ext>
            </a:extLst>
          </p:cNvPr>
          <p:cNvSpPr/>
          <p:nvPr/>
        </p:nvSpPr>
        <p:spPr>
          <a:xfrm>
            <a:off x="4626429" y="2481942"/>
            <a:ext cx="5791200" cy="30044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C98100-8FA3-A7AE-27E5-E9E829DF636D}"/>
              </a:ext>
            </a:extLst>
          </p:cNvPr>
          <p:cNvSpPr/>
          <p:nvPr/>
        </p:nvSpPr>
        <p:spPr>
          <a:xfrm>
            <a:off x="4724401" y="359229"/>
            <a:ext cx="5617028" cy="1752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4B7A6-FB02-BBF8-F355-7924EB286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5246477" cy="5537284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1. Without Handling: </a:t>
            </a:r>
            <a:br>
              <a:rPr lang="en-US" sz="1600" dirty="0"/>
            </a:br>
            <a:br>
              <a:rPr lang="en-US" sz="1600" dirty="0"/>
            </a:br>
            <a:r>
              <a:rPr lang="en-US" sz="1800" b="0" cap="none" dirty="0" err="1"/>
              <a:t>driver.findelement</a:t>
            </a:r>
            <a:r>
              <a:rPr lang="en-US" sz="1800" b="0" cap="none" dirty="0"/>
              <a:t>(by.id("login")).click();</a:t>
            </a:r>
            <a:br>
              <a:rPr lang="en-US" sz="1800" b="0" cap="none" dirty="0"/>
            </a:br>
            <a:br>
              <a:rPr lang="en-US" sz="1800" b="0" cap="none" dirty="0"/>
            </a:br>
            <a:r>
              <a:rPr lang="en-US" sz="1600" b="0" cap="none" dirty="0"/>
              <a:t>if not found → test fails immediately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2000" b="1" dirty="0"/>
              <a:t>2. With </a:t>
            </a:r>
            <a:r>
              <a:rPr lang="en-US" sz="2000" dirty="0"/>
              <a:t>Handling:</a:t>
            </a:r>
            <a:br>
              <a:rPr lang="en-US" sz="2000" dirty="0"/>
            </a:br>
            <a:br>
              <a:rPr lang="en-US" sz="1600" dirty="0"/>
            </a:br>
            <a:r>
              <a:rPr lang="en-US" sz="1600" b="0" cap="none" dirty="0"/>
              <a:t>try {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    </a:t>
            </a:r>
            <a:r>
              <a:rPr lang="en-US" sz="1600" b="0" cap="none" dirty="0" err="1"/>
              <a:t>driver.findelement</a:t>
            </a:r>
            <a:r>
              <a:rPr lang="en-US" sz="1600" b="0" cap="none" dirty="0"/>
              <a:t>(by.id("login")).click();</a:t>
            </a:r>
            <a:br>
              <a:rPr lang="en-US" sz="1600" b="0" cap="none" dirty="0"/>
            </a:br>
            <a:r>
              <a:rPr lang="en-US" sz="1600" b="0" cap="none" dirty="0"/>
              <a:t>}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catch(</a:t>
            </a:r>
            <a:r>
              <a:rPr lang="en-US" sz="1600" b="0" cap="none" dirty="0" err="1"/>
              <a:t>nosuchelementexception</a:t>
            </a:r>
            <a:r>
              <a:rPr lang="en-US" sz="1600" b="0" cap="none" dirty="0"/>
              <a:t> e) {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    </a:t>
            </a:r>
            <a:r>
              <a:rPr lang="en-US" sz="1600" b="0" cap="none" dirty="0" err="1"/>
              <a:t>system.out.println</a:t>
            </a:r>
            <a:r>
              <a:rPr lang="en-US" sz="1600" b="0" cap="none" dirty="0"/>
              <a:t>("login button not found");</a:t>
            </a:r>
            <a:br>
              <a:rPr lang="en-US" sz="1600" b="0" cap="none" dirty="0"/>
            </a:br>
            <a:br>
              <a:rPr lang="en-US" sz="1600" b="0" cap="none" dirty="0"/>
            </a:br>
            <a:r>
              <a:rPr lang="en-US" sz="1600" b="0" cap="none" dirty="0"/>
              <a:t>}</a:t>
            </a:r>
            <a:br>
              <a:rPr lang="en-US" sz="1600" b="0" cap="none" dirty="0"/>
            </a:br>
            <a:br>
              <a:rPr lang="en-US" sz="1600" b="0" cap="none" dirty="0"/>
            </a:br>
            <a:endParaRPr lang="en-US" sz="1600" b="1" dirty="0"/>
          </a:p>
          <a:p>
            <a:endParaRPr lang="en-US" sz="1600" dirty="0"/>
          </a:p>
          <a:p>
            <a:endParaRPr lang="en-US" sz="1600" b="1" dirty="0"/>
          </a:p>
          <a:p>
            <a:endParaRPr lang="en-AU" sz="16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AA517CB-D80C-E860-5C89-53FF22ADCC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0800000" flipH="1">
            <a:off x="-45718" y="6812280"/>
            <a:ext cx="45719" cy="45719"/>
          </a:xfrm>
        </p:spPr>
        <p:txBody>
          <a:bodyPr/>
          <a:lstStyle/>
          <a:p>
            <a:endParaRPr lang="en-AU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BF9E8719-287A-EC4D-27A3-19844FDD57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091" y="6355080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5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0B7A64C5-4403-F28C-F6F3-75936D182C34}"/>
              </a:ext>
            </a:extLst>
          </p:cNvPr>
          <p:cNvSpPr/>
          <p:nvPr/>
        </p:nvSpPr>
        <p:spPr>
          <a:xfrm>
            <a:off x="3363686" y="413657"/>
            <a:ext cx="8643257" cy="5344886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F768A-A339-72AB-47A0-CB9588B86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8743" y="-97971"/>
            <a:ext cx="8490857" cy="6716485"/>
          </a:xfrm>
        </p:spPr>
        <p:txBody>
          <a:bodyPr anchor="ctr">
            <a:normAutofit/>
          </a:bodyPr>
          <a:lstStyle/>
          <a:p>
            <a:r>
              <a:rPr lang="en-AU" sz="3200" dirty="0"/>
              <a:t>Best Practice:</a:t>
            </a:r>
            <a:br>
              <a:rPr lang="en-AU" sz="1500" dirty="0"/>
            </a:br>
            <a:br>
              <a:rPr lang="en-AU" sz="1500" dirty="0"/>
            </a:br>
            <a:r>
              <a:rPr lang="en-AU" sz="2400" b="0" cap="none" dirty="0"/>
              <a:t>try {</a:t>
            </a:r>
            <a:br>
              <a:rPr lang="en-AU" sz="2400" b="0" cap="none" dirty="0"/>
            </a:br>
            <a:r>
              <a:rPr lang="en-AU" sz="2400" b="0" cap="none" dirty="0"/>
              <a:t>    </a:t>
            </a:r>
            <a:r>
              <a:rPr lang="en-AU" sz="2400" b="0" cap="none" dirty="0" err="1"/>
              <a:t>driver.findelement</a:t>
            </a:r>
            <a:r>
              <a:rPr lang="en-AU" sz="2400" b="0" cap="none" dirty="0"/>
              <a:t>(by.id("submit")).click();</a:t>
            </a:r>
            <a:br>
              <a:rPr lang="en-AU" sz="2400" b="0" cap="none" dirty="0"/>
            </a:br>
            <a:r>
              <a:rPr lang="en-AU" sz="2400" b="0" cap="none" dirty="0"/>
              <a:t>}</a:t>
            </a:r>
            <a:br>
              <a:rPr lang="en-AU" sz="2400" b="0" cap="none" dirty="0"/>
            </a:br>
            <a:br>
              <a:rPr lang="en-AU" sz="2400" b="0" cap="none" dirty="0"/>
            </a:br>
            <a:r>
              <a:rPr lang="en-AU" sz="2400" b="0" cap="none" dirty="0"/>
              <a:t>catch(exception e) {</a:t>
            </a:r>
            <a:br>
              <a:rPr lang="en-AU" sz="2400" b="0" cap="none" dirty="0"/>
            </a:br>
            <a:r>
              <a:rPr lang="en-AU" sz="2400" b="0" cap="none" dirty="0"/>
              <a:t>    </a:t>
            </a:r>
            <a:r>
              <a:rPr lang="en-AU" sz="2400" b="0" cap="none" dirty="0" err="1"/>
              <a:t>system.out.println</a:t>
            </a:r>
            <a:r>
              <a:rPr lang="en-AU" sz="2400" b="0" cap="none" dirty="0"/>
              <a:t>("click failed");</a:t>
            </a:r>
            <a:br>
              <a:rPr lang="en-AU" sz="2400" b="0" cap="none" dirty="0"/>
            </a:br>
            <a:br>
              <a:rPr lang="en-AU" sz="2400" b="0" cap="none" dirty="0"/>
            </a:br>
            <a:r>
              <a:rPr lang="en-AU" sz="2400" b="0" cap="none" dirty="0"/>
              <a:t>    </a:t>
            </a:r>
            <a:r>
              <a:rPr lang="en-AU" sz="2000" cap="none" dirty="0"/>
              <a:t>// screenshot logic – if click failed, add this inside catch</a:t>
            </a:r>
            <a:br>
              <a:rPr lang="en-AU" sz="2000" cap="none" dirty="0"/>
            </a:br>
            <a:br>
              <a:rPr lang="en-AU" sz="2400" b="0" cap="none" dirty="0"/>
            </a:br>
            <a:r>
              <a:rPr lang="en-AU" sz="2400" b="0" cap="none" dirty="0"/>
              <a:t>    file </a:t>
            </a:r>
            <a:r>
              <a:rPr lang="en-AU" sz="2400" b="0" cap="none" dirty="0" err="1"/>
              <a:t>src</a:t>
            </a:r>
            <a:r>
              <a:rPr lang="en-AU" sz="2400" b="0" cap="none" dirty="0"/>
              <a:t> = ((</a:t>
            </a:r>
            <a:r>
              <a:rPr lang="en-AU" sz="2400" b="0" cap="none" dirty="0" err="1"/>
              <a:t>takesscreenshot</a:t>
            </a:r>
            <a:r>
              <a:rPr lang="en-AU" sz="2400" b="0" cap="none" dirty="0"/>
              <a:t>)driver).</a:t>
            </a:r>
            <a:r>
              <a:rPr lang="en-AU" sz="2400" b="0" cap="none" dirty="0" err="1"/>
              <a:t>getscreenshotas</a:t>
            </a:r>
            <a:r>
              <a:rPr lang="en-AU" sz="2400" b="0" cap="none" dirty="0"/>
              <a:t>(</a:t>
            </a:r>
            <a:r>
              <a:rPr lang="en-AU" sz="2400" b="0" cap="none" dirty="0" err="1"/>
              <a:t>outputtype.file</a:t>
            </a:r>
            <a:r>
              <a:rPr lang="en-AU" sz="2400" b="0" cap="none" dirty="0"/>
              <a:t>);</a:t>
            </a:r>
            <a:br>
              <a:rPr lang="en-AU" sz="2400" b="0" cap="none" dirty="0"/>
            </a:br>
            <a:r>
              <a:rPr lang="en-AU" sz="2400" b="0" cap="none" dirty="0"/>
              <a:t>    </a:t>
            </a:r>
            <a:r>
              <a:rPr lang="en-AU" sz="2400" b="0" cap="none" dirty="0" err="1"/>
              <a:t>fileutils.copyfile</a:t>
            </a:r>
            <a:r>
              <a:rPr lang="en-AU" sz="2400" b="0" cap="none" dirty="0"/>
              <a:t>(</a:t>
            </a:r>
            <a:r>
              <a:rPr lang="en-AU" sz="2400" b="0" cap="none" dirty="0" err="1"/>
              <a:t>src</a:t>
            </a:r>
            <a:r>
              <a:rPr lang="en-AU" sz="2400" b="0" cap="none" dirty="0"/>
              <a:t>, new file("error.png"));</a:t>
            </a:r>
            <a:br>
              <a:rPr lang="en-AU" sz="2400" b="0" cap="none" dirty="0"/>
            </a:br>
            <a:r>
              <a:rPr lang="en-AU" sz="2400" b="0" cap="none" dirty="0"/>
              <a:t>}</a:t>
            </a:r>
            <a:br>
              <a:rPr lang="en-AU" sz="2400" b="0" cap="none" dirty="0"/>
            </a:br>
            <a:endParaRPr lang="en-AU" sz="1500" b="0" dirty="0"/>
          </a:p>
        </p:txBody>
      </p:sp>
    </p:spTree>
    <p:extLst>
      <p:ext uri="{BB962C8B-B14F-4D97-AF65-F5344CB8AC3E}">
        <p14:creationId xmlns:p14="http://schemas.microsoft.com/office/powerpoint/2010/main" val="38906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A435-C5C0-C555-DF50-458267D8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914" y="429462"/>
            <a:ext cx="8697686" cy="746196"/>
          </a:xfrm>
        </p:spPr>
        <p:txBody>
          <a:bodyPr/>
          <a:lstStyle/>
          <a:p>
            <a:r>
              <a:rPr lang="en-AU" dirty="0"/>
              <a:t>Multiple catch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DE3F4-D69F-9D3D-B1C0-B661B490793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23657" y="1349829"/>
            <a:ext cx="7053943" cy="4618588"/>
          </a:xfrm>
        </p:spPr>
        <p:txBody>
          <a:bodyPr>
            <a:normAutofit fontScale="77500" lnSpcReduction="20000"/>
          </a:bodyPr>
          <a:lstStyle/>
          <a:p>
            <a:r>
              <a:rPr lang="en-AU" b="1" dirty="0"/>
              <a:t>try {</a:t>
            </a:r>
          </a:p>
          <a:p>
            <a:r>
              <a:rPr lang="en-AU" b="1" dirty="0"/>
              <a:t>    </a:t>
            </a:r>
            <a:r>
              <a:rPr lang="en-AU" b="1" dirty="0" err="1"/>
              <a:t>driver.findElement</a:t>
            </a:r>
            <a:r>
              <a:rPr lang="en-AU" b="1" dirty="0"/>
              <a:t>(By.id("login")).click();</a:t>
            </a:r>
          </a:p>
          <a:p>
            <a:r>
              <a:rPr lang="en-AU" b="1" dirty="0"/>
              <a:t>}</a:t>
            </a:r>
          </a:p>
          <a:p>
            <a:r>
              <a:rPr lang="en-AU" b="1" dirty="0"/>
              <a:t>catch(</a:t>
            </a:r>
            <a:r>
              <a:rPr lang="en-AU" b="1" dirty="0" err="1"/>
              <a:t>NoSuchElementException</a:t>
            </a:r>
            <a:r>
              <a:rPr lang="en-AU" b="1" dirty="0"/>
              <a:t> e) {</a:t>
            </a:r>
          </a:p>
          <a:p>
            <a:r>
              <a:rPr lang="en-AU" b="1" dirty="0"/>
              <a:t>    </a:t>
            </a:r>
            <a:r>
              <a:rPr lang="en-AU" b="1" dirty="0" err="1"/>
              <a:t>System.out.println</a:t>
            </a:r>
            <a:r>
              <a:rPr lang="en-AU" b="1" dirty="0"/>
              <a:t>("Element not found");</a:t>
            </a:r>
          </a:p>
          <a:p>
            <a:r>
              <a:rPr lang="en-AU" b="1" dirty="0"/>
              <a:t>}</a:t>
            </a:r>
          </a:p>
          <a:p>
            <a:r>
              <a:rPr lang="en-AU" b="1" dirty="0"/>
              <a:t>catch(</a:t>
            </a:r>
            <a:r>
              <a:rPr lang="en-AU" b="1" dirty="0" err="1"/>
              <a:t>TimeoutException</a:t>
            </a:r>
            <a:r>
              <a:rPr lang="en-AU" b="1" dirty="0"/>
              <a:t> e) {</a:t>
            </a:r>
          </a:p>
          <a:p>
            <a:r>
              <a:rPr lang="en-AU" b="1" dirty="0"/>
              <a:t>    </a:t>
            </a:r>
            <a:r>
              <a:rPr lang="en-AU" b="1" dirty="0" err="1"/>
              <a:t>System.out.println</a:t>
            </a:r>
            <a:r>
              <a:rPr lang="en-AU" b="1" dirty="0"/>
              <a:t>("Wait timeout");</a:t>
            </a:r>
          </a:p>
          <a:p>
            <a:r>
              <a:rPr lang="en-AU" b="1" dirty="0"/>
              <a:t>}</a:t>
            </a:r>
          </a:p>
          <a:p>
            <a:r>
              <a:rPr lang="en-AU" b="1" dirty="0"/>
              <a:t>catch(Exception e) {</a:t>
            </a:r>
          </a:p>
          <a:p>
            <a:r>
              <a:rPr lang="en-AU" b="1" dirty="0"/>
              <a:t>    </a:t>
            </a:r>
            <a:r>
              <a:rPr lang="en-AU" b="1" dirty="0" err="1"/>
              <a:t>System.out.println</a:t>
            </a:r>
            <a:r>
              <a:rPr lang="en-AU" b="1" dirty="0"/>
              <a:t>("Some other error");</a:t>
            </a:r>
          </a:p>
          <a:p>
            <a:r>
              <a:rPr lang="en-AU" b="1" dirty="0"/>
              <a:t>}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60542-026E-F586-2366-D1E5A4A7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3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F5F027-9F46-F8FC-D58B-C454D86919DC}"/>
              </a:ext>
            </a:extLst>
          </p:cNvPr>
          <p:cNvSpPr/>
          <p:nvPr/>
        </p:nvSpPr>
        <p:spPr>
          <a:xfrm>
            <a:off x="4517572" y="3124200"/>
            <a:ext cx="4136572" cy="17961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931B8-4084-997F-32B1-351BC75A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114" y="429462"/>
            <a:ext cx="8621486" cy="996568"/>
          </a:xfrm>
        </p:spPr>
        <p:txBody>
          <a:bodyPr/>
          <a:lstStyle/>
          <a:p>
            <a:r>
              <a:rPr lang="en-AU" dirty="0"/>
              <a:t>When to use 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2C2CD-ED3F-3445-B452-EB4BDAB6A8B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58343" y="1251856"/>
            <a:ext cx="7815943" cy="57476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it when you want some code to run </a:t>
            </a:r>
            <a:r>
              <a:rPr lang="en-US" sz="2000" b="1" dirty="0"/>
              <a:t>no matter what</a:t>
            </a:r>
            <a:r>
              <a:rPr lang="en-US" sz="2000" dirty="0"/>
              <a:t>.</a:t>
            </a:r>
          </a:p>
          <a:p>
            <a:r>
              <a:rPr lang="en-US" sz="2000" b="1" dirty="0"/>
              <a:t>Typical Selenium framework approach</a:t>
            </a:r>
          </a:p>
          <a:p>
            <a:r>
              <a:rPr lang="en-US" sz="2000" dirty="0"/>
              <a:t>Instead of finally, frameworks usually use: This is better than finally in Selenium context.</a:t>
            </a:r>
          </a:p>
          <a:p>
            <a:r>
              <a:rPr lang="en-US" sz="2000" b="1" dirty="0"/>
              <a:t>        @AfterMethod</a:t>
            </a:r>
          </a:p>
          <a:p>
            <a:r>
              <a:rPr lang="en-US" sz="2000" b="1" dirty="0"/>
              <a:t>          public void </a:t>
            </a:r>
            <a:r>
              <a:rPr lang="en-US" sz="2000" b="1" dirty="0" err="1"/>
              <a:t>tearDown</a:t>
            </a:r>
            <a:r>
              <a:rPr lang="en-US" sz="2000" b="1" dirty="0"/>
              <a:t>() {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driver.quit</a:t>
            </a:r>
            <a:r>
              <a:rPr lang="en-US" sz="2000" b="1" dirty="0"/>
              <a:t>();</a:t>
            </a:r>
          </a:p>
          <a:p>
            <a:r>
              <a:rPr lang="en-US" sz="2000" b="1" dirty="0"/>
              <a:t>          }</a:t>
            </a:r>
          </a:p>
          <a:p>
            <a:r>
              <a:rPr lang="en-US" sz="2000" b="1" dirty="0"/>
              <a:t>Interview answer:</a:t>
            </a:r>
          </a:p>
          <a:p>
            <a:r>
              <a:rPr lang="en-US" sz="2000" dirty="0"/>
              <a:t>“Finally is optional. In Selenium frameworks, cleanup is usually handled using TestNG @After methods instead of finally blocks.”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B2A22-FDDA-9DB7-0410-2295333F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16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0793-AF93-71E2-48E6-099FAD47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71" y="429462"/>
            <a:ext cx="9960429" cy="669995"/>
          </a:xfrm>
        </p:spPr>
        <p:txBody>
          <a:bodyPr>
            <a:normAutofit/>
          </a:bodyPr>
          <a:lstStyle/>
          <a:p>
            <a:r>
              <a:rPr lang="en-AU" sz="3600" dirty="0"/>
              <a:t>Checked vs Unchecked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8858-9C39-E135-2AAF-4602C698905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049486" y="979715"/>
            <a:ext cx="8001000" cy="5878286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📌 </a:t>
            </a:r>
            <a:r>
              <a:rPr lang="en-US" sz="2000" b="1" dirty="0"/>
              <a:t>Checked Exception </a:t>
            </a:r>
            <a:r>
              <a:rPr lang="en-US" sz="2000" dirty="0"/>
              <a:t>= Java will NOT let your program compile (run) unless you handle it. You will see error:</a:t>
            </a:r>
          </a:p>
          <a:p>
            <a:r>
              <a:rPr lang="en-AU" sz="2000" dirty="0"/>
              <a:t>❌ </a:t>
            </a:r>
            <a:r>
              <a:rPr lang="en-AU" sz="2000" i="1" dirty="0"/>
              <a:t>Unhandled exception: </a:t>
            </a:r>
            <a:r>
              <a:rPr lang="en-AU" sz="2000" i="1" dirty="0" err="1"/>
              <a:t>FileNotFoundException</a:t>
            </a:r>
            <a:endParaRPr lang="en-AU" sz="2000" i="1" dirty="0"/>
          </a:p>
          <a:p>
            <a:r>
              <a:rPr lang="en-US" sz="2000" dirty="0"/>
              <a:t>Mostly used in reading config properties, Excel/CSV/JSON, database connection.</a:t>
            </a:r>
          </a:p>
          <a:p>
            <a:r>
              <a:rPr lang="en-AU" sz="2000" b="1" dirty="0"/>
              <a:t>Examples:</a:t>
            </a:r>
          </a:p>
          <a:p>
            <a:r>
              <a:rPr lang="en-AU" sz="2000" dirty="0"/>
              <a:t>✔ </a:t>
            </a:r>
            <a:r>
              <a:rPr lang="en-AU" sz="2000" dirty="0" err="1"/>
              <a:t>FileNotFoundException</a:t>
            </a:r>
            <a:br>
              <a:rPr lang="en-AU" sz="2000" dirty="0"/>
            </a:br>
            <a:r>
              <a:rPr lang="en-AU" sz="2000" dirty="0"/>
              <a:t>✔ </a:t>
            </a:r>
            <a:r>
              <a:rPr lang="en-AU" sz="2000" dirty="0" err="1"/>
              <a:t>IOException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✔ Checked → always handle</a:t>
            </a:r>
            <a:endParaRPr lang="en-US" sz="2000" b="1" dirty="0"/>
          </a:p>
          <a:p>
            <a:r>
              <a:rPr lang="en-US" sz="2000" b="1" dirty="0"/>
              <a:t>Must do: </a:t>
            </a:r>
            <a:r>
              <a:rPr lang="en-AU" sz="2000" b="1" dirty="0"/>
              <a:t>try-catch</a:t>
            </a:r>
            <a:endParaRPr lang="en-US" sz="2000" b="1" dirty="0"/>
          </a:p>
          <a:p>
            <a:r>
              <a:rPr lang="en-AU" sz="2000" dirty="0"/>
              <a:t>try {</a:t>
            </a:r>
          </a:p>
          <a:p>
            <a:r>
              <a:rPr lang="en-AU" sz="2000" dirty="0"/>
              <a:t>   </a:t>
            </a:r>
            <a:r>
              <a:rPr lang="en-AU" sz="2000" dirty="0" err="1"/>
              <a:t>FileInputStream</a:t>
            </a:r>
            <a:r>
              <a:rPr lang="en-AU" sz="2000" dirty="0"/>
              <a:t> </a:t>
            </a:r>
            <a:r>
              <a:rPr lang="en-AU" sz="2000" dirty="0" err="1"/>
              <a:t>fis</a:t>
            </a:r>
            <a:r>
              <a:rPr lang="en-AU" sz="2000" dirty="0"/>
              <a:t> = new </a:t>
            </a:r>
            <a:r>
              <a:rPr lang="en-AU" sz="2000" dirty="0" err="1"/>
              <a:t>FileInputStream</a:t>
            </a:r>
            <a:r>
              <a:rPr lang="en-AU" sz="2000" dirty="0"/>
              <a:t>("data.txt");</a:t>
            </a:r>
          </a:p>
          <a:p>
            <a:r>
              <a:rPr lang="en-AU" sz="2000" dirty="0"/>
              <a:t>}</a:t>
            </a:r>
          </a:p>
          <a:p>
            <a:r>
              <a:rPr lang="en-AU" sz="2000" dirty="0"/>
              <a:t>catch(</a:t>
            </a:r>
            <a:r>
              <a:rPr lang="en-AU" sz="2000" dirty="0" err="1"/>
              <a:t>FileNotFoundException</a:t>
            </a:r>
            <a:r>
              <a:rPr lang="en-AU" sz="2000" dirty="0"/>
              <a:t> e){</a:t>
            </a:r>
          </a:p>
          <a:p>
            <a:r>
              <a:rPr lang="en-AU" sz="2000" dirty="0"/>
              <a:t>   </a:t>
            </a:r>
            <a:r>
              <a:rPr lang="en-AU" sz="2000" dirty="0" err="1"/>
              <a:t>e.printStackTrace</a:t>
            </a:r>
            <a:r>
              <a:rPr lang="en-AU" sz="2000" dirty="0"/>
              <a:t>();</a:t>
            </a:r>
          </a:p>
          <a:p>
            <a:r>
              <a:rPr lang="en-AU" sz="2000" dirty="0"/>
              <a:t>}</a:t>
            </a:r>
          </a:p>
          <a:p>
            <a:r>
              <a:rPr lang="en-AU" sz="2000" b="1" dirty="0"/>
              <a:t>Lets see in real time how to handle excel file</a:t>
            </a:r>
          </a:p>
          <a:p>
            <a:endParaRPr lang="en-AU" sz="2000" b="1" dirty="0"/>
          </a:p>
          <a:p>
            <a:endParaRPr lang="en-AU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C7E26-3E4A-0D50-F4C3-3B803E4F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6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B3F1-7620-1297-AAB4-0B92FA51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914" y="429462"/>
            <a:ext cx="7554686" cy="691768"/>
          </a:xfrm>
        </p:spPr>
        <p:txBody>
          <a:bodyPr>
            <a:normAutofit fontScale="90000"/>
          </a:bodyPr>
          <a:lstStyle/>
          <a:p>
            <a:r>
              <a:rPr lang="en-AU" dirty="0"/>
              <a:t>IF EXCEL ATTACHED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9C89-3297-0259-84FF-ABF25DC316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1886" y="1121231"/>
            <a:ext cx="7761514" cy="6248398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dirty="0"/>
              <a:t>Where Excel fits in the framework (simple structure)</a:t>
            </a:r>
          </a:p>
          <a:p>
            <a:r>
              <a:rPr lang="en-US" dirty="0" err="1"/>
              <a:t>src</a:t>
            </a:r>
            <a:r>
              <a:rPr lang="en-US" dirty="0"/>
              <a:t>/test/java</a:t>
            </a:r>
          </a:p>
          <a:p>
            <a:r>
              <a:rPr lang="en-US" dirty="0"/>
              <a:t>  ├─ base/</a:t>
            </a:r>
          </a:p>
          <a:p>
            <a:r>
              <a:rPr lang="en-US" dirty="0"/>
              <a:t>  │    └─ BaseTest.java</a:t>
            </a:r>
          </a:p>
          <a:p>
            <a:r>
              <a:rPr lang="en-US" dirty="0"/>
              <a:t>  ├─ factory/</a:t>
            </a:r>
          </a:p>
          <a:p>
            <a:r>
              <a:rPr lang="en-US" dirty="0"/>
              <a:t>  │    └─ DriverFactory.java</a:t>
            </a:r>
          </a:p>
          <a:p>
            <a:r>
              <a:rPr lang="en-US" dirty="0"/>
              <a:t>  ├─ pages/</a:t>
            </a:r>
          </a:p>
          <a:p>
            <a:r>
              <a:rPr lang="en-US" dirty="0"/>
              <a:t>  │    └─ LoginPage.java</a:t>
            </a:r>
          </a:p>
          <a:p>
            <a:r>
              <a:rPr lang="en-US" dirty="0"/>
              <a:t>  ├─ utils/</a:t>
            </a:r>
          </a:p>
          <a:p>
            <a:r>
              <a:rPr lang="en-US" dirty="0"/>
              <a:t>  │    ├─ ExcelUtil.java        ✅ (checked exceptions handled here)</a:t>
            </a:r>
          </a:p>
          <a:p>
            <a:r>
              <a:rPr lang="en-US" dirty="0"/>
              <a:t>  │    ├─ ScreenshotUtil.java</a:t>
            </a:r>
          </a:p>
          <a:p>
            <a:r>
              <a:rPr lang="en-US" dirty="0"/>
              <a:t>  │    └─ WaitUtil.java</a:t>
            </a:r>
          </a:p>
          <a:p>
            <a:r>
              <a:rPr lang="en-US" dirty="0"/>
              <a:t>  ├─ </a:t>
            </a:r>
            <a:r>
              <a:rPr lang="en-US" dirty="0" err="1"/>
              <a:t>dataproviders</a:t>
            </a:r>
            <a:r>
              <a:rPr lang="en-US" dirty="0"/>
              <a:t>/</a:t>
            </a:r>
          </a:p>
          <a:p>
            <a:r>
              <a:rPr lang="en-US" dirty="0"/>
              <a:t>  │    └─ TestDataProvider.java ✅ (reads excel and returns Object[][])</a:t>
            </a:r>
          </a:p>
          <a:p>
            <a:r>
              <a:rPr lang="en-US" dirty="0"/>
              <a:t>  ├─ listeners/</a:t>
            </a:r>
          </a:p>
          <a:p>
            <a:r>
              <a:rPr lang="en-US" dirty="0"/>
              <a:t>  │    └─ TestListener.java     ✅ (screenshot on failure)</a:t>
            </a:r>
          </a:p>
          <a:p>
            <a:r>
              <a:rPr lang="en-US" dirty="0"/>
              <a:t>  └─ tests/</a:t>
            </a:r>
          </a:p>
          <a:p>
            <a:r>
              <a:rPr lang="en-US" dirty="0"/>
              <a:t>       └─ LoginTest.java</a:t>
            </a:r>
          </a:p>
          <a:p>
            <a:r>
              <a:rPr lang="en-US" dirty="0" err="1"/>
              <a:t>src</a:t>
            </a:r>
            <a:r>
              <a:rPr lang="en-US" dirty="0"/>
              <a:t>/test/resources</a:t>
            </a:r>
          </a:p>
          <a:p>
            <a:r>
              <a:rPr lang="en-US" dirty="0"/>
              <a:t>  └─ </a:t>
            </a:r>
            <a:r>
              <a:rPr lang="en-US" dirty="0" err="1"/>
              <a:t>testdata</a:t>
            </a:r>
            <a:r>
              <a:rPr lang="en-US" dirty="0"/>
              <a:t>/</a:t>
            </a:r>
          </a:p>
          <a:p>
            <a:r>
              <a:rPr lang="en-US" dirty="0"/>
              <a:t>       └─ TestData.xlsx         ✅ Excel file</a:t>
            </a:r>
          </a:p>
          <a:p>
            <a:endParaRPr lang="en-US" dirty="0"/>
          </a:p>
          <a:p>
            <a:pPr marL="457200" indent="-457200">
              <a:buAutoNum type="arabicParenR"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5187A-D499-7ED8-4288-B47561BB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87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4CDD-A318-777D-3CBF-BF8725FC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6525"/>
            <a:ext cx="3907970" cy="2029732"/>
          </a:xfrm>
        </p:spPr>
        <p:txBody>
          <a:bodyPr anchor="t">
            <a:noAutofit/>
          </a:bodyPr>
          <a:lstStyle/>
          <a:p>
            <a:r>
              <a:rPr lang="en-US" sz="3200" dirty="0"/>
              <a:t>1.Excel reading should be in utils (or a data layer)</a:t>
            </a:r>
            <a:endParaRPr lang="en-AU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46566-6216-30B2-8443-DAB7B7D76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1" y="2242457"/>
            <a:ext cx="3015343" cy="3912281"/>
          </a:xfrm>
        </p:spPr>
        <p:txBody>
          <a:bodyPr>
            <a:normAutofit/>
          </a:bodyPr>
          <a:lstStyle/>
          <a:p>
            <a:r>
              <a:rPr lang="en-US" dirty="0"/>
              <a:t>Excel reading throws checked exceptions like </a:t>
            </a:r>
            <a:r>
              <a:rPr lang="en-US" dirty="0" err="1"/>
              <a:t>IOException</a:t>
            </a:r>
            <a:r>
              <a:rPr lang="en-US" dirty="0"/>
              <a:t>.</a:t>
            </a:r>
          </a:p>
          <a:p>
            <a:r>
              <a:rPr lang="en-US" dirty="0"/>
              <a:t>We handle them inside </a:t>
            </a:r>
            <a:r>
              <a:rPr lang="en-US" dirty="0" err="1"/>
              <a:t>ExcelUtil</a:t>
            </a:r>
            <a:r>
              <a:rPr lang="en-US" dirty="0"/>
              <a:t> so tests stay clean.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6F99D-56F1-A055-EABB-25B7857A6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4E3EA9A5-6929-80F5-60A6-F12C4C4DFD4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907971" y="-1"/>
            <a:ext cx="8284029" cy="7391401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import </a:t>
            </a:r>
            <a:r>
              <a:rPr lang="en-AU" sz="3600" b="1" dirty="0" err="1"/>
              <a:t>java.io.FileInputStream</a:t>
            </a:r>
            <a:r>
              <a:rPr lang="en-AU" sz="3600" b="1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import </a:t>
            </a:r>
            <a:r>
              <a:rPr lang="en-AU" sz="3600" b="1" dirty="0" err="1"/>
              <a:t>java.io.IOException</a:t>
            </a:r>
            <a:r>
              <a:rPr lang="en-AU" sz="3600" b="1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import </a:t>
            </a:r>
            <a:r>
              <a:rPr lang="en-AU" sz="3600" b="1" dirty="0" err="1"/>
              <a:t>org.apache.poi.ss.usermodel</a:t>
            </a:r>
            <a:r>
              <a:rPr lang="en-AU" sz="3600" b="1" dirty="0"/>
              <a:t>.*;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import </a:t>
            </a:r>
            <a:r>
              <a:rPr lang="en-AU" sz="3600" b="1" dirty="0" err="1"/>
              <a:t>org.apache.poi.xssf.usermodel.XSSFWorkbook</a:t>
            </a:r>
            <a:r>
              <a:rPr lang="en-AU" sz="3600" b="1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public class </a:t>
            </a:r>
            <a:r>
              <a:rPr lang="en-AU" sz="3600" b="1" dirty="0" err="1"/>
              <a:t>ExcelUtil</a:t>
            </a:r>
            <a:r>
              <a:rPr lang="en-AU" sz="3600" b="1" dirty="0"/>
              <a:t>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public static Object[][] </a:t>
            </a:r>
            <a:r>
              <a:rPr lang="en-AU" sz="3600" b="1" dirty="0" err="1"/>
              <a:t>getSheetData</a:t>
            </a:r>
            <a:r>
              <a:rPr lang="en-AU" sz="3600" b="1" dirty="0"/>
              <a:t>(String </a:t>
            </a:r>
            <a:r>
              <a:rPr lang="en-AU" sz="3600" b="1" dirty="0" err="1"/>
              <a:t>filePath</a:t>
            </a:r>
            <a:r>
              <a:rPr lang="en-AU" sz="3600" b="1" dirty="0"/>
              <a:t>, String </a:t>
            </a:r>
            <a:r>
              <a:rPr lang="en-AU" sz="3600" b="1" dirty="0" err="1"/>
              <a:t>sheetName</a:t>
            </a:r>
            <a:r>
              <a:rPr lang="en-AU" sz="3600" b="1" dirty="0"/>
              <a:t>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try (</a:t>
            </a:r>
            <a:r>
              <a:rPr lang="en-AU" sz="3600" b="1" dirty="0" err="1"/>
              <a:t>FileInputStream</a:t>
            </a:r>
            <a:r>
              <a:rPr lang="en-AU" sz="3600" b="1" dirty="0"/>
              <a:t> </a:t>
            </a:r>
            <a:r>
              <a:rPr lang="en-AU" sz="3600" b="1" dirty="0" err="1"/>
              <a:t>fis</a:t>
            </a:r>
            <a:r>
              <a:rPr lang="en-AU" sz="3600" b="1" dirty="0"/>
              <a:t> = new </a:t>
            </a:r>
            <a:r>
              <a:rPr lang="en-AU" sz="3600" b="1" dirty="0" err="1"/>
              <a:t>FileInputStream</a:t>
            </a:r>
            <a:r>
              <a:rPr lang="en-AU" sz="3600" b="1" dirty="0"/>
              <a:t>(</a:t>
            </a:r>
            <a:r>
              <a:rPr lang="en-AU" sz="3600" b="1" dirty="0" err="1"/>
              <a:t>filePath</a:t>
            </a:r>
            <a:r>
              <a:rPr lang="en-AU" sz="3600" b="1" dirty="0"/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 Workbook </a:t>
            </a:r>
            <a:r>
              <a:rPr lang="en-AU" sz="3600" b="1" dirty="0" err="1"/>
              <a:t>workbook</a:t>
            </a:r>
            <a:r>
              <a:rPr lang="en-AU" sz="3600" b="1" dirty="0"/>
              <a:t> = new </a:t>
            </a:r>
            <a:r>
              <a:rPr lang="en-AU" sz="3600" b="1" dirty="0" err="1"/>
              <a:t>XSSFWorkbook</a:t>
            </a:r>
            <a:r>
              <a:rPr lang="en-AU" sz="3600" b="1" dirty="0"/>
              <a:t>(</a:t>
            </a:r>
            <a:r>
              <a:rPr lang="en-AU" sz="3600" b="1" dirty="0" err="1"/>
              <a:t>fis</a:t>
            </a:r>
            <a:r>
              <a:rPr lang="en-AU" sz="3600" b="1" dirty="0"/>
              <a:t>))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Sheet </a:t>
            </a:r>
            <a:r>
              <a:rPr lang="en-AU" sz="3600" b="1" dirty="0" err="1"/>
              <a:t>sheet</a:t>
            </a:r>
            <a:r>
              <a:rPr lang="en-AU" sz="3600" b="1" dirty="0"/>
              <a:t> = </a:t>
            </a:r>
            <a:r>
              <a:rPr lang="en-AU" sz="3600" b="1" dirty="0" err="1"/>
              <a:t>workbook.getSheet</a:t>
            </a:r>
            <a:r>
              <a:rPr lang="en-AU" sz="3600" b="1" dirty="0"/>
              <a:t>(</a:t>
            </a:r>
            <a:r>
              <a:rPr lang="en-AU" sz="3600" b="1" dirty="0" err="1"/>
              <a:t>sheetName</a:t>
            </a:r>
            <a:r>
              <a:rPr lang="en-AU" sz="3600" b="1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int </a:t>
            </a:r>
            <a:r>
              <a:rPr lang="en-AU" sz="3600" b="1" dirty="0" err="1"/>
              <a:t>rowCount</a:t>
            </a:r>
            <a:r>
              <a:rPr lang="en-AU" sz="3600" b="1" dirty="0"/>
              <a:t> = </a:t>
            </a:r>
            <a:r>
              <a:rPr lang="en-AU" sz="3600" b="1" dirty="0" err="1"/>
              <a:t>sheet.getPhysicalNumberOfRows</a:t>
            </a:r>
            <a:r>
              <a:rPr lang="en-AU" sz="3600" b="1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int </a:t>
            </a:r>
            <a:r>
              <a:rPr lang="en-AU" sz="3600" b="1" dirty="0" err="1"/>
              <a:t>colCount</a:t>
            </a:r>
            <a:r>
              <a:rPr lang="en-AU" sz="3600" b="1" dirty="0"/>
              <a:t> = </a:t>
            </a:r>
            <a:r>
              <a:rPr lang="en-AU" sz="3600" b="1" dirty="0" err="1"/>
              <a:t>sheet.getRow</a:t>
            </a:r>
            <a:r>
              <a:rPr lang="en-AU" sz="3600" b="1" dirty="0"/>
              <a:t>(0).</a:t>
            </a:r>
            <a:r>
              <a:rPr lang="en-AU" sz="3600" b="1" dirty="0" err="1"/>
              <a:t>getPhysicalNumberOfCells</a:t>
            </a:r>
            <a:r>
              <a:rPr lang="en-AU" sz="3600" b="1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Object[][] data = new Object[</a:t>
            </a:r>
            <a:r>
              <a:rPr lang="en-AU" sz="3600" b="1" dirty="0" err="1"/>
              <a:t>rowCount</a:t>
            </a:r>
            <a:r>
              <a:rPr lang="en-AU" sz="3600" b="1" dirty="0"/>
              <a:t> - 1][</a:t>
            </a:r>
            <a:r>
              <a:rPr lang="en-AU" sz="3600" b="1" dirty="0" err="1"/>
              <a:t>colCount</a:t>
            </a:r>
            <a:r>
              <a:rPr lang="en-AU" sz="3600" b="1" dirty="0"/>
              <a:t>]; // skip header row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for (int </a:t>
            </a:r>
            <a:r>
              <a:rPr lang="en-AU" sz="3600" b="1" dirty="0" err="1"/>
              <a:t>i</a:t>
            </a:r>
            <a:r>
              <a:rPr lang="en-AU" sz="3600" b="1" dirty="0"/>
              <a:t> = 1; </a:t>
            </a:r>
            <a:r>
              <a:rPr lang="en-AU" sz="3600" b="1" dirty="0" err="1"/>
              <a:t>i</a:t>
            </a:r>
            <a:r>
              <a:rPr lang="en-AU" sz="3600" b="1" dirty="0"/>
              <a:t> &lt; </a:t>
            </a:r>
            <a:r>
              <a:rPr lang="en-AU" sz="3600" b="1" dirty="0" err="1"/>
              <a:t>rowCount</a:t>
            </a:r>
            <a:r>
              <a:rPr lang="en-AU" sz="3600" b="1" dirty="0"/>
              <a:t>; </a:t>
            </a:r>
            <a:r>
              <a:rPr lang="en-AU" sz="3600" b="1" dirty="0" err="1"/>
              <a:t>i</a:t>
            </a:r>
            <a:r>
              <a:rPr lang="en-AU" sz="3600" b="1" dirty="0"/>
              <a:t>++)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    Row </a:t>
            </a:r>
            <a:r>
              <a:rPr lang="en-AU" sz="3600" b="1" dirty="0" err="1"/>
              <a:t>row</a:t>
            </a:r>
            <a:r>
              <a:rPr lang="en-AU" sz="3600" b="1" dirty="0"/>
              <a:t> = </a:t>
            </a:r>
            <a:r>
              <a:rPr lang="en-AU" sz="3600" b="1" dirty="0" err="1"/>
              <a:t>sheet.getRow</a:t>
            </a:r>
            <a:r>
              <a:rPr lang="en-AU" sz="3600" b="1" dirty="0"/>
              <a:t>(</a:t>
            </a:r>
            <a:r>
              <a:rPr lang="en-AU" sz="3600" b="1" dirty="0" err="1"/>
              <a:t>i</a:t>
            </a:r>
            <a:r>
              <a:rPr lang="en-AU" sz="3600" b="1" dirty="0"/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    for (int j = 0; j &lt; </a:t>
            </a:r>
            <a:r>
              <a:rPr lang="en-AU" sz="3600" b="1" dirty="0" err="1"/>
              <a:t>colCount</a:t>
            </a:r>
            <a:r>
              <a:rPr lang="en-AU" sz="3600" b="1" dirty="0"/>
              <a:t>; </a:t>
            </a:r>
            <a:r>
              <a:rPr lang="en-AU" sz="3600" b="1" dirty="0" err="1"/>
              <a:t>j++</a:t>
            </a:r>
            <a:r>
              <a:rPr lang="en-AU" sz="3600" b="1" dirty="0"/>
              <a:t>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        Cell </a:t>
            </a:r>
            <a:r>
              <a:rPr lang="en-AU" sz="3600" b="1" dirty="0" err="1"/>
              <a:t>cell</a:t>
            </a:r>
            <a:r>
              <a:rPr lang="en-AU" sz="3600" b="1" dirty="0"/>
              <a:t> = </a:t>
            </a:r>
            <a:r>
              <a:rPr lang="en-AU" sz="3600" b="1" dirty="0" err="1"/>
              <a:t>row.getCell</a:t>
            </a:r>
            <a:r>
              <a:rPr lang="en-AU" sz="3600" b="1" dirty="0"/>
              <a:t>(j);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        data[</a:t>
            </a:r>
            <a:r>
              <a:rPr lang="en-AU" sz="3600" b="1" dirty="0" err="1"/>
              <a:t>i</a:t>
            </a:r>
            <a:r>
              <a:rPr lang="en-AU" sz="3600" b="1" dirty="0"/>
              <a:t> - 1][j] = (cell == null) ? "" : </a:t>
            </a:r>
            <a:r>
              <a:rPr lang="en-AU" sz="3600" b="1" dirty="0" err="1"/>
              <a:t>cell.toString</a:t>
            </a:r>
            <a:r>
              <a:rPr lang="en-AU" sz="3600" b="1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    }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return data;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} catch (</a:t>
            </a:r>
            <a:r>
              <a:rPr lang="en-AU" sz="3600" b="1" dirty="0" err="1"/>
              <a:t>IOException</a:t>
            </a:r>
            <a:r>
              <a:rPr lang="en-AU" sz="3600" b="1" dirty="0"/>
              <a:t> e)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// ✅ convert checked exception to unchecked with clear message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    throw new </a:t>
            </a:r>
            <a:r>
              <a:rPr lang="en-AU" sz="3600" b="1" dirty="0" err="1"/>
              <a:t>RuntimeException</a:t>
            </a:r>
            <a:r>
              <a:rPr lang="en-AU" sz="3600" b="1" dirty="0"/>
              <a:t>("Failed to read Excel: " + </a:t>
            </a:r>
            <a:r>
              <a:rPr lang="en-AU" sz="3600" b="1" dirty="0" err="1"/>
              <a:t>filePath</a:t>
            </a:r>
            <a:r>
              <a:rPr lang="en-AU" sz="3600" b="1" dirty="0"/>
              <a:t> + " | Sheet: " + </a:t>
            </a:r>
            <a:r>
              <a:rPr lang="en-AU" sz="3600" b="1" dirty="0" err="1"/>
              <a:t>sheetName</a:t>
            </a:r>
            <a:r>
              <a:rPr lang="en-AU" sz="3600" b="1" dirty="0"/>
              <a:t>, e);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/>
              <a:t>    }     }</a:t>
            </a:r>
          </a:p>
          <a:p>
            <a:pPr marL="0" indent="0">
              <a:lnSpc>
                <a:spcPct val="120000"/>
              </a:lnSpc>
              <a:buNone/>
            </a:pPr>
            <a:endParaRPr lang="en-AU" sz="3200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0947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AC9C-B3EB-2105-6A8B-229E9680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6526"/>
            <a:ext cx="10668000" cy="1362074"/>
          </a:xfrm>
        </p:spPr>
        <p:txBody>
          <a:bodyPr/>
          <a:lstStyle/>
          <a:p>
            <a:r>
              <a:rPr lang="en-US" dirty="0"/>
              <a:t>2. TestNG Data Provider (reads Excel and feeds test)</a:t>
            </a:r>
            <a:endParaRPr lang="en-AU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32A96-020C-D0B7-E6C5-AE15DA3646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498601"/>
            <a:ext cx="7924800" cy="4656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b="1" dirty="0"/>
              <a:t>TestDataProvider.java</a:t>
            </a:r>
          </a:p>
          <a:p>
            <a:pPr marL="0" indent="0">
              <a:buNone/>
            </a:pPr>
            <a:r>
              <a:rPr lang="en-AU" dirty="0"/>
              <a:t>import </a:t>
            </a:r>
            <a:r>
              <a:rPr lang="en-AU" dirty="0" err="1"/>
              <a:t>org.testng.annotations.DataProvider</a:t>
            </a:r>
            <a:r>
              <a:rPr lang="en-AU" dirty="0"/>
              <a:t>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public class </a:t>
            </a:r>
            <a:r>
              <a:rPr lang="en-AU" dirty="0" err="1"/>
              <a:t>TestDataProvider</a:t>
            </a:r>
            <a:r>
              <a:rPr lang="en-AU" dirty="0"/>
              <a:t> {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@DataProvider(name = "</a:t>
            </a:r>
            <a:r>
              <a:rPr lang="en-AU" dirty="0" err="1"/>
              <a:t>loginData</a:t>
            </a:r>
            <a:r>
              <a:rPr lang="en-AU" dirty="0"/>
              <a:t>")</a:t>
            </a:r>
          </a:p>
          <a:p>
            <a:pPr marL="0" indent="0">
              <a:buNone/>
            </a:pPr>
            <a:r>
              <a:rPr lang="en-AU" dirty="0"/>
              <a:t>    public Object[][] </a:t>
            </a:r>
            <a:r>
              <a:rPr lang="en-AU" dirty="0" err="1"/>
              <a:t>loginData</a:t>
            </a:r>
            <a:r>
              <a:rPr lang="en-AU" dirty="0"/>
              <a:t>() {</a:t>
            </a:r>
          </a:p>
          <a:p>
            <a:pPr marL="0" indent="0">
              <a:buNone/>
            </a:pPr>
            <a:r>
              <a:rPr lang="en-AU" dirty="0"/>
              <a:t>        String path = "</a:t>
            </a:r>
            <a:r>
              <a:rPr lang="en-AU" dirty="0" err="1"/>
              <a:t>src</a:t>
            </a:r>
            <a:r>
              <a:rPr lang="en-AU" dirty="0"/>
              <a:t>/test/resources/</a:t>
            </a:r>
            <a:r>
              <a:rPr lang="en-AU" dirty="0" err="1"/>
              <a:t>testdata</a:t>
            </a:r>
            <a:r>
              <a:rPr lang="en-AU" dirty="0"/>
              <a:t>/TestData.xlsx";</a:t>
            </a:r>
          </a:p>
          <a:p>
            <a:pPr marL="0" indent="0">
              <a:buNone/>
            </a:pPr>
            <a:r>
              <a:rPr lang="en-AU" dirty="0"/>
              <a:t>        return </a:t>
            </a:r>
            <a:r>
              <a:rPr lang="en-AU" dirty="0" err="1"/>
              <a:t>ExcelUtil.getSheetData</a:t>
            </a:r>
            <a:r>
              <a:rPr lang="en-AU" dirty="0"/>
              <a:t>(path, "Login");</a:t>
            </a:r>
          </a:p>
          <a:p>
            <a:pPr marL="0" indent="0">
              <a:buNone/>
            </a:pPr>
            <a:r>
              <a:rPr lang="en-AU" dirty="0"/>
              <a:t>    }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3FA43-8649-9089-443B-01A725EA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8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463E-7FFD-4FFD-6F20-EE7BF38C3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6526"/>
            <a:ext cx="10668000" cy="841374"/>
          </a:xfrm>
        </p:spPr>
        <p:txBody>
          <a:bodyPr/>
          <a:lstStyle/>
          <a:p>
            <a:r>
              <a:rPr lang="en-AU" dirty="0"/>
              <a:t>3. Test class uses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EB09F-E0BE-440D-7128-6321C1860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977900"/>
            <a:ext cx="10452100" cy="55117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import </a:t>
            </a:r>
            <a:r>
              <a:rPr lang="en-AU" dirty="0" err="1"/>
              <a:t>org.testng.annotations.Test</a:t>
            </a:r>
            <a:r>
              <a:rPr lang="en-AU" dirty="0"/>
              <a:t>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public class </a:t>
            </a:r>
            <a:r>
              <a:rPr lang="en-AU" dirty="0" err="1"/>
              <a:t>LoginTest</a:t>
            </a:r>
            <a:r>
              <a:rPr lang="en-AU" dirty="0"/>
              <a:t> extends </a:t>
            </a:r>
            <a:r>
              <a:rPr lang="en-AU" dirty="0" err="1"/>
              <a:t>BaseTest</a:t>
            </a:r>
            <a:r>
              <a:rPr lang="en-AU" dirty="0"/>
              <a:t> {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@Test(dataProvider = "</a:t>
            </a:r>
            <a:r>
              <a:rPr lang="en-AU" dirty="0" err="1"/>
              <a:t>loginData</a:t>
            </a:r>
            <a:r>
              <a:rPr lang="en-AU" dirty="0"/>
              <a:t>", </a:t>
            </a:r>
            <a:r>
              <a:rPr lang="en-AU" dirty="0" err="1"/>
              <a:t>dataProviderClass</a:t>
            </a:r>
            <a:r>
              <a:rPr lang="en-AU" dirty="0"/>
              <a:t> = </a:t>
            </a:r>
            <a:r>
              <a:rPr lang="en-AU" dirty="0" err="1"/>
              <a:t>TestDataProvider.class</a:t>
            </a:r>
            <a:r>
              <a:rPr lang="en-AU" dirty="0"/>
              <a:t>)</a:t>
            </a:r>
          </a:p>
          <a:p>
            <a:pPr marL="0" indent="0">
              <a:buNone/>
            </a:pPr>
            <a:r>
              <a:rPr lang="en-AU" dirty="0"/>
              <a:t>    public void </a:t>
            </a:r>
            <a:r>
              <a:rPr lang="en-AU" dirty="0" err="1"/>
              <a:t>loginTest</a:t>
            </a:r>
            <a:r>
              <a:rPr lang="en-AU" dirty="0"/>
              <a:t>(String username, String password) {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    </a:t>
            </a:r>
            <a:r>
              <a:rPr lang="en-AU" dirty="0" err="1"/>
              <a:t>LoginPage</a:t>
            </a:r>
            <a:r>
              <a:rPr lang="en-AU" dirty="0"/>
              <a:t> </a:t>
            </a:r>
            <a:r>
              <a:rPr lang="en-AU" dirty="0" err="1"/>
              <a:t>loginPage</a:t>
            </a:r>
            <a:r>
              <a:rPr lang="en-AU" dirty="0"/>
              <a:t> = new </a:t>
            </a:r>
            <a:r>
              <a:rPr lang="en-AU" dirty="0" err="1"/>
              <a:t>LoginPage</a:t>
            </a:r>
            <a:r>
              <a:rPr lang="en-AU" dirty="0"/>
              <a:t>(driver);</a:t>
            </a:r>
          </a:p>
          <a:p>
            <a:pPr marL="0" indent="0">
              <a:buNone/>
            </a:pPr>
            <a:r>
              <a:rPr lang="en-AU" dirty="0"/>
              <a:t>        </a:t>
            </a:r>
            <a:r>
              <a:rPr lang="en-AU" dirty="0" err="1"/>
              <a:t>loginPage.login</a:t>
            </a:r>
            <a:r>
              <a:rPr lang="en-AU" dirty="0"/>
              <a:t>(username, password);</a:t>
            </a:r>
          </a:p>
          <a:p>
            <a:pPr marL="0" indent="0">
              <a:buNone/>
            </a:pPr>
            <a:r>
              <a:rPr lang="en-AU" dirty="0"/>
              <a:t>        // assertions...</a:t>
            </a:r>
          </a:p>
          <a:p>
            <a:pPr marL="0" indent="0">
              <a:buNone/>
            </a:pPr>
            <a:r>
              <a:rPr lang="en-AU" dirty="0"/>
              <a:t>    }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pPr marL="0" indent="0">
              <a:buNone/>
            </a:pPr>
            <a:r>
              <a:rPr lang="en-AU" b="1" i="1" dirty="0"/>
              <a:t>Note</a:t>
            </a:r>
            <a:r>
              <a:rPr lang="en-AU" i="1" dirty="0"/>
              <a:t>:  Why are we using’ extends </a:t>
            </a:r>
            <a:r>
              <a:rPr lang="en-AU" i="1" dirty="0" err="1"/>
              <a:t>BaseTest</a:t>
            </a:r>
            <a:r>
              <a:rPr lang="en-AU" i="1" dirty="0"/>
              <a:t>’ , Even though we never added any excel related code or error handling related code we need to extends </a:t>
            </a:r>
            <a:r>
              <a:rPr lang="en-AU" i="1" dirty="0" err="1"/>
              <a:t>BaseTest</a:t>
            </a:r>
            <a:r>
              <a:rPr lang="en-AU" i="1" dirty="0"/>
              <a:t> to </a:t>
            </a:r>
            <a:r>
              <a:rPr lang="en-US" i="1" dirty="0"/>
              <a:t>get the WebDriver setup &amp; teardown automatically</a:t>
            </a:r>
            <a:endParaRPr lang="en-AU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BBD4E-E85B-3171-42D4-E069EBBB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2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ED6AD-2EC9-DCCD-98AC-A7A916E9D6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01600"/>
            <a:ext cx="5334000" cy="675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b="1" dirty="0"/>
              <a:t>What </a:t>
            </a:r>
            <a:r>
              <a:rPr lang="en-AU" b="1" dirty="0" err="1"/>
              <a:t>BaseTest</a:t>
            </a:r>
            <a:r>
              <a:rPr lang="en-AU" b="1" dirty="0"/>
              <a:t> usually contains</a:t>
            </a:r>
          </a:p>
          <a:p>
            <a:pPr marL="0" indent="0">
              <a:buNone/>
            </a:pPr>
            <a:r>
              <a:rPr lang="en-AU" sz="1900" dirty="0"/>
              <a:t>public class </a:t>
            </a:r>
            <a:r>
              <a:rPr lang="en-AU" sz="1900" dirty="0" err="1"/>
              <a:t>BaseTest</a:t>
            </a:r>
            <a:r>
              <a:rPr lang="en-AU" sz="1900" dirty="0"/>
              <a:t> {</a:t>
            </a:r>
          </a:p>
          <a:p>
            <a:pPr marL="0" indent="0">
              <a:buNone/>
            </a:pPr>
            <a:r>
              <a:rPr lang="en-AU" sz="1900" dirty="0"/>
              <a:t>    protected WebDriver driver;</a:t>
            </a:r>
          </a:p>
          <a:p>
            <a:pPr marL="0" indent="0">
              <a:buNone/>
            </a:pPr>
            <a:r>
              <a:rPr lang="en-AU" sz="1900" dirty="0"/>
              <a:t>    @BeforeMethod</a:t>
            </a:r>
          </a:p>
          <a:p>
            <a:pPr marL="0" indent="0">
              <a:buNone/>
            </a:pPr>
            <a:r>
              <a:rPr lang="en-AU" sz="1900" dirty="0"/>
              <a:t>    public void </a:t>
            </a:r>
            <a:r>
              <a:rPr lang="en-AU" sz="1900" dirty="0" err="1"/>
              <a:t>setUp</a:t>
            </a:r>
            <a:r>
              <a:rPr lang="en-AU" sz="1900" dirty="0"/>
              <a:t>() {</a:t>
            </a:r>
          </a:p>
          <a:p>
            <a:pPr marL="0" indent="0">
              <a:buNone/>
            </a:pPr>
            <a:r>
              <a:rPr lang="en-AU" sz="1900" dirty="0"/>
              <a:t>        driver = </a:t>
            </a:r>
            <a:r>
              <a:rPr lang="en-AU" sz="1900" dirty="0" err="1"/>
              <a:t>DriverFactory.createDriver</a:t>
            </a:r>
            <a:r>
              <a:rPr lang="en-AU" sz="1900" dirty="0"/>
              <a:t>("edge");</a:t>
            </a:r>
          </a:p>
          <a:p>
            <a:pPr marL="0" indent="0">
              <a:buNone/>
            </a:pPr>
            <a:r>
              <a:rPr lang="en-AU" sz="1900" dirty="0"/>
              <a:t>        </a:t>
            </a:r>
            <a:r>
              <a:rPr lang="en-AU" sz="1900" dirty="0" err="1"/>
              <a:t>driver.get</a:t>
            </a:r>
            <a:r>
              <a:rPr lang="en-AU" sz="1900" dirty="0"/>
              <a:t>("https://example.com");</a:t>
            </a:r>
          </a:p>
          <a:p>
            <a:pPr marL="0" indent="0">
              <a:buNone/>
            </a:pPr>
            <a:r>
              <a:rPr lang="en-AU" sz="1900" dirty="0"/>
              <a:t>    }</a:t>
            </a:r>
          </a:p>
          <a:p>
            <a:pPr marL="0" indent="0">
              <a:buNone/>
            </a:pPr>
            <a:r>
              <a:rPr lang="en-AU" sz="1900" dirty="0"/>
              <a:t>    @AfterMethod</a:t>
            </a:r>
          </a:p>
          <a:p>
            <a:pPr marL="0" indent="0">
              <a:buNone/>
            </a:pPr>
            <a:r>
              <a:rPr lang="en-AU" sz="1900" dirty="0"/>
              <a:t>    public void </a:t>
            </a:r>
            <a:r>
              <a:rPr lang="en-AU" sz="1900" dirty="0" err="1"/>
              <a:t>tearDown</a:t>
            </a:r>
            <a:r>
              <a:rPr lang="en-AU" sz="1900" dirty="0"/>
              <a:t>() {</a:t>
            </a:r>
          </a:p>
          <a:p>
            <a:pPr marL="0" indent="0">
              <a:buNone/>
            </a:pPr>
            <a:r>
              <a:rPr lang="en-AU" sz="1900" dirty="0"/>
              <a:t>        if(driver != null) {</a:t>
            </a:r>
          </a:p>
          <a:p>
            <a:pPr marL="0" indent="0">
              <a:buNone/>
            </a:pPr>
            <a:r>
              <a:rPr lang="en-AU" sz="1900" dirty="0"/>
              <a:t>            </a:t>
            </a:r>
            <a:r>
              <a:rPr lang="en-AU" sz="1900" dirty="0" err="1"/>
              <a:t>driver.quit</a:t>
            </a:r>
            <a:r>
              <a:rPr lang="en-AU" sz="1900" dirty="0"/>
              <a:t>();</a:t>
            </a:r>
          </a:p>
          <a:p>
            <a:pPr marL="0" indent="0">
              <a:buNone/>
            </a:pPr>
            <a:r>
              <a:rPr lang="en-AU" sz="1900" dirty="0"/>
              <a:t>        }</a:t>
            </a:r>
          </a:p>
          <a:p>
            <a:pPr marL="0" indent="0">
              <a:buNone/>
            </a:pPr>
            <a:r>
              <a:rPr lang="en-AU" sz="1900" dirty="0"/>
              <a:t>    }</a:t>
            </a:r>
          </a:p>
          <a:p>
            <a:pPr marL="0" indent="0">
              <a:buNone/>
            </a:pPr>
            <a:r>
              <a:rPr lang="en-AU" sz="1900" dirty="0"/>
              <a:t>}</a:t>
            </a:r>
          </a:p>
          <a:p>
            <a:pPr marL="0" indent="0">
              <a:buNone/>
            </a:pPr>
            <a:r>
              <a:rPr lang="en-AU" sz="1900" dirty="0"/>
              <a:t>So when you write </a:t>
            </a:r>
            <a:r>
              <a:rPr lang="en-AU" sz="1900" b="1" dirty="0"/>
              <a:t>public class </a:t>
            </a:r>
            <a:r>
              <a:rPr lang="en-AU" sz="1900" b="1" dirty="0" err="1"/>
              <a:t>LoginTest</a:t>
            </a:r>
            <a:r>
              <a:rPr lang="en-AU" sz="1900" b="1" dirty="0"/>
              <a:t> extends </a:t>
            </a:r>
            <a:r>
              <a:rPr lang="en-AU" sz="1900" b="1" dirty="0" err="1"/>
              <a:t>BaseTest</a:t>
            </a:r>
            <a:r>
              <a:rPr lang="en-AU" sz="1900" b="1" dirty="0"/>
              <a:t> </a:t>
            </a:r>
          </a:p>
          <a:p>
            <a:r>
              <a:rPr lang="en-US" sz="1900" dirty="0"/>
              <a:t>You automatically get:</a:t>
            </a:r>
          </a:p>
          <a:p>
            <a:r>
              <a:rPr lang="en-US" sz="1900" dirty="0"/>
              <a:t>✔ Browser opened before each test</a:t>
            </a:r>
            <a:br>
              <a:rPr lang="en-US" sz="1900" dirty="0"/>
            </a:br>
            <a:r>
              <a:rPr lang="en-US" sz="1900" dirty="0"/>
              <a:t>✔ Browser closed after each test</a:t>
            </a:r>
            <a:br>
              <a:rPr lang="en-US" sz="1900" dirty="0"/>
            </a:br>
            <a:r>
              <a:rPr lang="en-US" sz="1900" dirty="0"/>
              <a:t>✔ driver available in your test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3DCBA-66A6-3F53-8CFF-D8862BCF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67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5A01-E0CC-9501-E4A4-CAB6F769397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049486" y="326571"/>
            <a:ext cx="7228114" cy="63949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📌 </a:t>
            </a:r>
            <a:r>
              <a:rPr lang="en-US" b="1" dirty="0"/>
              <a:t>Unchecked Exception </a:t>
            </a:r>
            <a:r>
              <a:rPr lang="en-US" dirty="0"/>
              <a:t>= happens at runtime</a:t>
            </a:r>
          </a:p>
          <a:p>
            <a:r>
              <a:rPr lang="en-US" sz="2000" dirty="0"/>
              <a:t>👉 Selenium mostly throws unchecked exceptions.</a:t>
            </a:r>
          </a:p>
          <a:p>
            <a:r>
              <a:rPr lang="en-AU" sz="2000" dirty="0"/>
              <a:t>Examples:</a:t>
            </a:r>
            <a:br>
              <a:rPr lang="en-AU" sz="2000" dirty="0"/>
            </a:br>
            <a:r>
              <a:rPr lang="en-AU" sz="2000" dirty="0"/>
              <a:t>✔ </a:t>
            </a:r>
            <a:r>
              <a:rPr lang="en-AU" sz="2000" dirty="0" err="1"/>
              <a:t>NullPointerException</a:t>
            </a:r>
            <a:br>
              <a:rPr lang="en-AU" sz="2000" dirty="0"/>
            </a:br>
            <a:r>
              <a:rPr lang="en-AU" sz="2000" dirty="0"/>
              <a:t>✔ </a:t>
            </a:r>
            <a:r>
              <a:rPr lang="en-AU" sz="2000" dirty="0" err="1"/>
              <a:t>NoSuchElementException</a:t>
            </a:r>
            <a:r>
              <a:rPr lang="en-AU" sz="2000" dirty="0"/>
              <a:t> (Selenium)</a:t>
            </a:r>
            <a:br>
              <a:rPr lang="en-AU" sz="2000" dirty="0"/>
            </a:br>
            <a:r>
              <a:rPr lang="en-AU" sz="2000" dirty="0"/>
              <a:t>✔ </a:t>
            </a:r>
            <a:r>
              <a:rPr lang="en-AU" sz="2000" dirty="0" err="1"/>
              <a:t>ArithmeticException</a:t>
            </a:r>
            <a:endParaRPr lang="en-AU" sz="2000" dirty="0"/>
          </a:p>
          <a:p>
            <a:r>
              <a:rPr lang="en-AU" sz="2000" b="1" dirty="0"/>
              <a:t>How to handle this in a Real Selenium framework.</a:t>
            </a:r>
          </a:p>
          <a:p>
            <a:r>
              <a:rPr lang="en-AU" sz="2000" dirty="0"/>
              <a:t>1️⃣ TestNG starts test</a:t>
            </a:r>
          </a:p>
          <a:p>
            <a:r>
              <a:rPr lang="en-AU" sz="2000" dirty="0"/>
              <a:t>2️⃣ @BeforeMethod launches browser</a:t>
            </a:r>
          </a:p>
          <a:p>
            <a:r>
              <a:rPr lang="en-AU" sz="2000" dirty="0"/>
              <a:t>3️⃣ Test calls Page Object</a:t>
            </a:r>
          </a:p>
          <a:p>
            <a:r>
              <a:rPr lang="en-AU" sz="2000" dirty="0"/>
              <a:t>4️⃣ Page calls Utility</a:t>
            </a:r>
          </a:p>
          <a:p>
            <a:r>
              <a:rPr lang="en-AU" sz="2000" dirty="0"/>
              <a:t>5️⃣ Utility interacts with Selenium</a:t>
            </a:r>
          </a:p>
          <a:p>
            <a:r>
              <a:rPr lang="en-AU" sz="2000" dirty="0"/>
              <a:t>6️⃣ Selenium throws unchecked exception (if any)</a:t>
            </a:r>
          </a:p>
          <a:p>
            <a:r>
              <a:rPr lang="en-AU" sz="2000" dirty="0"/>
              <a:t>7️⃣ Utility catches + screenshots + throws </a:t>
            </a:r>
            <a:r>
              <a:rPr lang="en-AU" sz="2000" dirty="0" err="1"/>
              <a:t>FrameworkException</a:t>
            </a:r>
            <a:endParaRPr lang="en-AU" sz="2000" dirty="0"/>
          </a:p>
          <a:p>
            <a:r>
              <a:rPr lang="en-AU" sz="2000" dirty="0"/>
              <a:t>8️⃣ TestNG marks test FAILED</a:t>
            </a:r>
          </a:p>
          <a:p>
            <a:r>
              <a:rPr lang="en-AU" sz="2000" dirty="0"/>
              <a:t>9️⃣ Listener captures failure → report generated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17C4D-B616-2190-AA5E-8E806636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	</a:t>
            </a:r>
            <a:r>
              <a:rPr lang="en-US" dirty="0"/>
              <a:t>					1	</a:t>
            </a:r>
            <a:r>
              <a:rPr lang="en-US" dirty="0" err="1"/>
              <a:t>QAaAa</a:t>
            </a:r>
            <a:r>
              <a:rPr lang="en-US" dirty="0"/>
              <a:t>	`A`		</a:t>
            </a:r>
            <a:r>
              <a:rPr lang="en-US" dirty="0" err="1"/>
              <a:t>aA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93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9598F-05F7-C9C1-E7CB-071A4C42165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076700" y="0"/>
            <a:ext cx="7975600" cy="6959600"/>
          </a:xfrm>
        </p:spPr>
        <p:txBody>
          <a:bodyPr>
            <a:normAutofit fontScale="40000" lnSpcReduction="20000"/>
          </a:bodyPr>
          <a:lstStyle/>
          <a:p>
            <a:r>
              <a:rPr lang="en-AU" b="1" dirty="0"/>
              <a:t>PART 1: POM + Exception Handling</a:t>
            </a:r>
          </a:p>
          <a:p>
            <a:r>
              <a:rPr lang="en-AU" dirty="0"/>
              <a:t>1. Utility class with exception handling (CORE FOUNDATION)</a:t>
            </a:r>
          </a:p>
          <a:p>
            <a:r>
              <a:rPr lang="en-AU" dirty="0"/>
              <a:t>ElementUtil.java</a:t>
            </a:r>
          </a:p>
          <a:p>
            <a:r>
              <a:rPr lang="en-AU" dirty="0"/>
              <a:t>This is where unchecked exceptions are handled centrally.</a:t>
            </a:r>
          </a:p>
          <a:p>
            <a:endParaRPr lang="en-AU" dirty="0"/>
          </a:p>
          <a:p>
            <a:r>
              <a:rPr lang="en-AU" dirty="0"/>
              <a:t>public class </a:t>
            </a:r>
            <a:r>
              <a:rPr lang="en-AU" dirty="0" err="1"/>
              <a:t>ElementUtil</a:t>
            </a:r>
            <a:r>
              <a:rPr lang="en-AU" dirty="0"/>
              <a:t> {</a:t>
            </a:r>
          </a:p>
          <a:p>
            <a:endParaRPr lang="en-AU" dirty="0"/>
          </a:p>
          <a:p>
            <a:r>
              <a:rPr lang="en-AU" dirty="0"/>
              <a:t>    WebDriver driver;</a:t>
            </a:r>
          </a:p>
          <a:p>
            <a:endParaRPr lang="en-AU" dirty="0"/>
          </a:p>
          <a:p>
            <a:r>
              <a:rPr lang="en-AU" dirty="0"/>
              <a:t>    public </a:t>
            </a:r>
            <a:r>
              <a:rPr lang="en-AU" dirty="0" err="1"/>
              <a:t>ElementUtil</a:t>
            </a:r>
            <a:r>
              <a:rPr lang="en-AU" dirty="0"/>
              <a:t>(WebDriver driver) {</a:t>
            </a:r>
          </a:p>
          <a:p>
            <a:r>
              <a:rPr lang="en-AU" dirty="0"/>
              <a:t>        </a:t>
            </a:r>
            <a:r>
              <a:rPr lang="en-AU" dirty="0" err="1"/>
              <a:t>this.driver</a:t>
            </a:r>
            <a:r>
              <a:rPr lang="en-AU" dirty="0"/>
              <a:t> = driver;</a:t>
            </a:r>
          </a:p>
          <a:p>
            <a:r>
              <a:rPr lang="en-AU" dirty="0"/>
              <a:t>    }</a:t>
            </a:r>
          </a:p>
          <a:p>
            <a:endParaRPr lang="en-AU" dirty="0"/>
          </a:p>
          <a:p>
            <a:r>
              <a:rPr lang="en-AU" dirty="0"/>
              <a:t>    public void click(By locator, String </a:t>
            </a:r>
            <a:r>
              <a:rPr lang="en-AU" dirty="0" err="1"/>
              <a:t>elementName</a:t>
            </a:r>
            <a:r>
              <a:rPr lang="en-AU" dirty="0"/>
              <a:t>) {</a:t>
            </a:r>
          </a:p>
          <a:p>
            <a:r>
              <a:rPr lang="en-AU" dirty="0"/>
              <a:t>        try {</a:t>
            </a:r>
          </a:p>
          <a:p>
            <a:r>
              <a:rPr lang="en-AU" dirty="0"/>
              <a:t>            </a:t>
            </a:r>
            <a:r>
              <a:rPr lang="en-AU" dirty="0" err="1"/>
              <a:t>driver.findElement</a:t>
            </a:r>
            <a:r>
              <a:rPr lang="en-AU" dirty="0"/>
              <a:t>(locator).click();</a:t>
            </a:r>
          </a:p>
          <a:p>
            <a:r>
              <a:rPr lang="en-AU" dirty="0"/>
              <a:t>        } catch (</a:t>
            </a:r>
            <a:r>
              <a:rPr lang="en-AU" dirty="0" err="1"/>
              <a:t>RuntimeException</a:t>
            </a:r>
            <a:r>
              <a:rPr lang="en-AU" dirty="0"/>
              <a:t> e) {</a:t>
            </a:r>
          </a:p>
          <a:p>
            <a:r>
              <a:rPr lang="en-AU" dirty="0"/>
              <a:t>            </a:t>
            </a:r>
            <a:r>
              <a:rPr lang="en-AU" dirty="0" err="1"/>
              <a:t>ScreenshotUtil.takeScreenshot</a:t>
            </a:r>
            <a:r>
              <a:rPr lang="en-AU" dirty="0"/>
              <a:t>(driver, </a:t>
            </a:r>
            <a:r>
              <a:rPr lang="en-AU" dirty="0" err="1"/>
              <a:t>elementName</a:t>
            </a:r>
            <a:r>
              <a:rPr lang="en-AU" dirty="0"/>
              <a:t>);</a:t>
            </a:r>
          </a:p>
          <a:p>
            <a:r>
              <a:rPr lang="en-AU" dirty="0"/>
              <a:t>            throw new </a:t>
            </a:r>
            <a:r>
              <a:rPr lang="en-AU" dirty="0" err="1"/>
              <a:t>FrameworkException</a:t>
            </a:r>
            <a:r>
              <a:rPr lang="en-AU" dirty="0"/>
              <a:t>(</a:t>
            </a:r>
          </a:p>
          <a:p>
            <a:r>
              <a:rPr lang="en-AU" dirty="0"/>
              <a:t>                "Unable to click on: " + </a:t>
            </a:r>
            <a:r>
              <a:rPr lang="en-AU" dirty="0" err="1"/>
              <a:t>elementName</a:t>
            </a:r>
            <a:r>
              <a:rPr lang="en-AU" dirty="0"/>
              <a:t> + " | Reason: " + </a:t>
            </a:r>
            <a:r>
              <a:rPr lang="en-AU" dirty="0" err="1"/>
              <a:t>e.getMessage</a:t>
            </a:r>
            <a:r>
              <a:rPr lang="en-AU" dirty="0"/>
              <a:t>()</a:t>
            </a:r>
          </a:p>
          <a:p>
            <a:r>
              <a:rPr lang="en-AU" dirty="0"/>
              <a:t>            );</a:t>
            </a:r>
          </a:p>
          <a:p>
            <a:r>
              <a:rPr lang="en-AU" dirty="0"/>
              <a:t>        } }</a:t>
            </a:r>
          </a:p>
          <a:p>
            <a:r>
              <a:rPr lang="en-AU" dirty="0"/>
              <a:t>    </a:t>
            </a:r>
          </a:p>
          <a:p>
            <a:r>
              <a:rPr lang="en-AU" dirty="0"/>
              <a:t>    public void type(By locator, String value, String </a:t>
            </a:r>
            <a:r>
              <a:rPr lang="en-AU" dirty="0" err="1"/>
              <a:t>elementName</a:t>
            </a:r>
            <a:r>
              <a:rPr lang="en-AU" dirty="0"/>
              <a:t>) {</a:t>
            </a:r>
          </a:p>
          <a:p>
            <a:r>
              <a:rPr lang="en-AU" dirty="0"/>
              <a:t>        try {</a:t>
            </a:r>
          </a:p>
          <a:p>
            <a:r>
              <a:rPr lang="en-AU" dirty="0"/>
              <a:t>            </a:t>
            </a:r>
            <a:r>
              <a:rPr lang="en-AU" dirty="0" err="1"/>
              <a:t>WebElement</a:t>
            </a:r>
            <a:r>
              <a:rPr lang="en-AU" dirty="0"/>
              <a:t> element = </a:t>
            </a:r>
            <a:r>
              <a:rPr lang="en-AU" dirty="0" err="1"/>
              <a:t>driver.findElement</a:t>
            </a:r>
            <a:r>
              <a:rPr lang="en-AU" dirty="0"/>
              <a:t>(locator);</a:t>
            </a:r>
          </a:p>
          <a:p>
            <a:r>
              <a:rPr lang="en-AU" dirty="0"/>
              <a:t>            </a:t>
            </a:r>
            <a:r>
              <a:rPr lang="en-AU" dirty="0" err="1"/>
              <a:t>element.clear</a:t>
            </a:r>
            <a:r>
              <a:rPr lang="en-AU" dirty="0"/>
              <a:t>();</a:t>
            </a:r>
          </a:p>
          <a:p>
            <a:r>
              <a:rPr lang="en-AU" dirty="0"/>
              <a:t>            </a:t>
            </a:r>
            <a:r>
              <a:rPr lang="en-AU" dirty="0" err="1"/>
              <a:t>element.sendKeys</a:t>
            </a:r>
            <a:r>
              <a:rPr lang="en-AU" dirty="0"/>
              <a:t>(value);</a:t>
            </a:r>
          </a:p>
          <a:p>
            <a:r>
              <a:rPr lang="en-AU" dirty="0"/>
              <a:t>        } catch (</a:t>
            </a:r>
            <a:r>
              <a:rPr lang="en-AU" dirty="0" err="1"/>
              <a:t>RuntimeException</a:t>
            </a:r>
            <a:r>
              <a:rPr lang="en-AU" dirty="0"/>
              <a:t> e) {</a:t>
            </a:r>
          </a:p>
          <a:p>
            <a:r>
              <a:rPr lang="en-AU" dirty="0"/>
              <a:t>            </a:t>
            </a:r>
            <a:r>
              <a:rPr lang="en-AU" dirty="0" err="1"/>
              <a:t>ScreenshotUtil.takeScreenshot</a:t>
            </a:r>
            <a:r>
              <a:rPr lang="en-AU" dirty="0"/>
              <a:t>(driver, </a:t>
            </a:r>
            <a:r>
              <a:rPr lang="en-AU" dirty="0" err="1"/>
              <a:t>elementName</a:t>
            </a:r>
            <a:r>
              <a:rPr lang="en-AU" dirty="0"/>
              <a:t>);</a:t>
            </a:r>
          </a:p>
          <a:p>
            <a:r>
              <a:rPr lang="en-AU" dirty="0"/>
              <a:t>            throw new </a:t>
            </a:r>
            <a:r>
              <a:rPr lang="en-AU" dirty="0" err="1"/>
              <a:t>FrameworkException</a:t>
            </a:r>
            <a:r>
              <a:rPr lang="en-AU" dirty="0"/>
              <a:t>(</a:t>
            </a:r>
          </a:p>
          <a:p>
            <a:r>
              <a:rPr lang="en-AU" dirty="0"/>
              <a:t>                "Unable to type into: " + </a:t>
            </a:r>
            <a:r>
              <a:rPr lang="en-AU" dirty="0" err="1"/>
              <a:t>elementName</a:t>
            </a:r>
            <a:r>
              <a:rPr lang="en-AU" dirty="0"/>
              <a:t> + " | Reason: " + </a:t>
            </a:r>
            <a:r>
              <a:rPr lang="en-AU" dirty="0" err="1"/>
              <a:t>e.getMessage</a:t>
            </a:r>
            <a:r>
              <a:rPr lang="en-AU" dirty="0"/>
              <a:t>()</a:t>
            </a:r>
          </a:p>
          <a:p>
            <a:r>
              <a:rPr lang="en-AU" dirty="0"/>
              <a:t>            );</a:t>
            </a:r>
          </a:p>
          <a:p>
            <a:r>
              <a:rPr lang="en-AU" dirty="0"/>
              <a:t>        } }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29B8-0280-E8CE-2F35-EA0513A1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854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74F8-F6B0-920F-4969-3EDD1441FF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02100" y="136525"/>
            <a:ext cx="7759700" cy="6584950"/>
          </a:xfrm>
        </p:spPr>
        <p:txBody>
          <a:bodyPr>
            <a:normAutofit fontScale="85000" lnSpcReduction="10000"/>
          </a:bodyPr>
          <a:lstStyle/>
          <a:p>
            <a:r>
              <a:rPr lang="en-AU" b="1" dirty="0"/>
              <a:t>2. Custom unchecked exception (</a:t>
            </a:r>
            <a:r>
              <a:rPr lang="en-AU" b="1" dirty="0" err="1"/>
              <a:t>FrameworkException</a:t>
            </a:r>
            <a:r>
              <a:rPr lang="en-AU" b="1" dirty="0"/>
              <a:t>)</a:t>
            </a:r>
          </a:p>
          <a:p>
            <a:r>
              <a:rPr lang="en-AU" dirty="0"/>
              <a:t>public class </a:t>
            </a:r>
            <a:r>
              <a:rPr lang="en-AU" dirty="0" err="1"/>
              <a:t>FrameworkException</a:t>
            </a:r>
            <a:r>
              <a:rPr lang="en-AU" dirty="0"/>
              <a:t> extends </a:t>
            </a:r>
            <a:r>
              <a:rPr lang="en-AU" dirty="0" err="1"/>
              <a:t>RuntimeException</a:t>
            </a:r>
            <a:r>
              <a:rPr lang="en-AU" dirty="0"/>
              <a:t> {</a:t>
            </a:r>
          </a:p>
          <a:p>
            <a:endParaRPr lang="en-AU" dirty="0"/>
          </a:p>
          <a:p>
            <a:r>
              <a:rPr lang="en-AU" dirty="0"/>
              <a:t>    public </a:t>
            </a:r>
            <a:r>
              <a:rPr lang="en-AU" dirty="0" err="1"/>
              <a:t>FrameworkException</a:t>
            </a:r>
            <a:r>
              <a:rPr lang="en-AU" dirty="0"/>
              <a:t>(String message) {</a:t>
            </a:r>
          </a:p>
          <a:p>
            <a:r>
              <a:rPr lang="en-AU" dirty="0"/>
              <a:t>        super(message);</a:t>
            </a:r>
          </a:p>
          <a:p>
            <a:r>
              <a:rPr lang="en-AU" dirty="0"/>
              <a:t>    }</a:t>
            </a:r>
          </a:p>
          <a:p>
            <a:r>
              <a:rPr lang="en-AU" dirty="0"/>
              <a:t>}</a:t>
            </a:r>
          </a:p>
          <a:p>
            <a:endParaRPr lang="en-AU" dirty="0"/>
          </a:p>
          <a:p>
            <a:r>
              <a:rPr lang="en-AU" dirty="0"/>
              <a:t>Note : Why framework exception : for exception wrapping .</a:t>
            </a:r>
          </a:p>
          <a:p>
            <a:r>
              <a:rPr lang="en-AU" dirty="0"/>
              <a:t>When you do this in Util.java:</a:t>
            </a:r>
          </a:p>
          <a:p>
            <a:r>
              <a:rPr lang="en-AU" dirty="0"/>
              <a:t>catch (</a:t>
            </a:r>
            <a:r>
              <a:rPr lang="en-AU" dirty="0" err="1"/>
              <a:t>RuntimeException</a:t>
            </a:r>
            <a:r>
              <a:rPr lang="en-AU" dirty="0"/>
              <a:t> e) {</a:t>
            </a:r>
          </a:p>
          <a:p>
            <a:r>
              <a:rPr lang="en-AU" dirty="0"/>
              <a:t>    </a:t>
            </a:r>
            <a:r>
              <a:rPr lang="en-AU" dirty="0" err="1"/>
              <a:t>ScreenshotUtil.takeScreenshot</a:t>
            </a:r>
            <a:r>
              <a:rPr lang="en-AU" dirty="0"/>
              <a:t>(driver, </a:t>
            </a:r>
            <a:r>
              <a:rPr lang="en-AU" dirty="0" err="1"/>
              <a:t>elementName</a:t>
            </a:r>
            <a:r>
              <a:rPr lang="en-AU" dirty="0"/>
              <a:t>);</a:t>
            </a:r>
          </a:p>
          <a:p>
            <a:r>
              <a:rPr lang="en-AU" dirty="0"/>
              <a:t>    throw new </a:t>
            </a:r>
            <a:r>
              <a:rPr lang="en-AU" dirty="0" err="1"/>
              <a:t>FrameworkException</a:t>
            </a:r>
            <a:r>
              <a:rPr lang="en-AU" dirty="0"/>
              <a:t>("Unable to click...");</a:t>
            </a:r>
          </a:p>
          <a:p>
            <a:r>
              <a:rPr lang="en-AU" dirty="0"/>
              <a:t>}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2AA92-BE83-6371-D4E6-C37703A4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66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9DD6-A70A-C5BC-E8F5-92DB60F76FE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04657" y="468086"/>
            <a:ext cx="6672943" cy="6172199"/>
          </a:xfrm>
        </p:spPr>
        <p:txBody>
          <a:bodyPr>
            <a:normAutofit fontScale="92500" lnSpcReduction="20000"/>
          </a:bodyPr>
          <a:lstStyle/>
          <a:p>
            <a:r>
              <a:rPr lang="en-US" sz="1400" b="1" dirty="0"/>
              <a:t>You are NOT “fixing” the error.</a:t>
            </a:r>
          </a:p>
          <a:p>
            <a:endParaRPr lang="en-US" sz="1400" b="1" dirty="0"/>
          </a:p>
          <a:p>
            <a:r>
              <a:rPr lang="en-US" sz="1400" b="1" dirty="0"/>
              <a:t>You are:</a:t>
            </a:r>
          </a:p>
          <a:p>
            <a:endParaRPr lang="en-US" sz="1400" b="1" dirty="0"/>
          </a:p>
          <a:p>
            <a:r>
              <a:rPr lang="en-US" sz="1400" b="1" dirty="0"/>
              <a:t>Catching Selenium’s exception</a:t>
            </a:r>
          </a:p>
          <a:p>
            <a:r>
              <a:rPr lang="en-US" sz="1400" b="1" dirty="0"/>
              <a:t>Adding value (screenshot, message)</a:t>
            </a:r>
          </a:p>
          <a:p>
            <a:r>
              <a:rPr lang="en-US" sz="1400" b="1" dirty="0"/>
              <a:t>Then throwing a better exception</a:t>
            </a:r>
          </a:p>
          <a:p>
            <a:endParaRPr lang="en-US" sz="1400" b="1" dirty="0"/>
          </a:p>
          <a:p>
            <a:r>
              <a:rPr lang="en-US" sz="1400" b="1" dirty="0"/>
              <a:t>This is called:👉 Exception wrapping</a:t>
            </a:r>
          </a:p>
          <a:p>
            <a:endParaRPr lang="en-US" sz="1400" b="1" dirty="0"/>
          </a:p>
          <a:p>
            <a:r>
              <a:rPr lang="en-US" sz="1400" b="1" dirty="0">
                <a:highlight>
                  <a:srgbClr val="FFFF00"/>
                </a:highlight>
              </a:rPr>
              <a:t>What </a:t>
            </a:r>
            <a:r>
              <a:rPr lang="en-US" sz="1400" b="1" dirty="0" err="1">
                <a:highlight>
                  <a:srgbClr val="FFFF00"/>
                </a:highlight>
              </a:rPr>
              <a:t>FrameworkException</a:t>
            </a:r>
            <a:r>
              <a:rPr lang="en-US" sz="1400" b="1" dirty="0">
                <a:highlight>
                  <a:srgbClr val="FFFF00"/>
                </a:highlight>
              </a:rPr>
              <a:t> actually gives you  </a:t>
            </a:r>
          </a:p>
          <a:p>
            <a:endParaRPr lang="en-US" sz="1400" b="1" dirty="0"/>
          </a:p>
          <a:p>
            <a:r>
              <a:rPr lang="en-US" sz="1400" b="1" dirty="0"/>
              <a:t>Instead of:</a:t>
            </a:r>
          </a:p>
          <a:p>
            <a:endParaRPr lang="en-US" sz="1400" b="1" dirty="0"/>
          </a:p>
          <a:p>
            <a:r>
              <a:rPr lang="en-US" sz="1400" b="1" dirty="0" err="1"/>
              <a:t>NoSuchElementException</a:t>
            </a:r>
            <a:r>
              <a:rPr lang="en-US" sz="1400" b="1" dirty="0"/>
              <a:t>: Unable to locate element</a:t>
            </a:r>
          </a:p>
          <a:p>
            <a:r>
              <a:rPr lang="en-US" sz="1400" b="1" dirty="0"/>
              <a:t>You get:</a:t>
            </a:r>
          </a:p>
          <a:p>
            <a:endParaRPr lang="en-US" sz="1400" b="1" dirty="0"/>
          </a:p>
          <a:p>
            <a:r>
              <a:rPr lang="en-US" sz="1400" b="1" dirty="0" err="1"/>
              <a:t>FrameworkException</a:t>
            </a:r>
            <a:r>
              <a:rPr lang="en-US" sz="1400" b="1" dirty="0"/>
              <a:t>: Unable to click Login Button | Reason: element not found</a:t>
            </a:r>
          </a:p>
          <a:p>
            <a:endParaRPr lang="en-US" sz="1400" b="1" dirty="0"/>
          </a:p>
          <a:p>
            <a:r>
              <a:rPr lang="en-US" sz="1400" b="1" dirty="0"/>
              <a:t>✔ Clear</a:t>
            </a:r>
          </a:p>
          <a:p>
            <a:r>
              <a:rPr lang="en-US" sz="1400" b="1" dirty="0"/>
              <a:t>✔ Business-readable</a:t>
            </a:r>
          </a:p>
          <a:p>
            <a:r>
              <a:rPr lang="en-US" sz="1400" b="1" dirty="0"/>
              <a:t>✔ Consistent</a:t>
            </a:r>
          </a:p>
          <a:p>
            <a:r>
              <a:rPr lang="en-US" sz="1400" b="1" dirty="0"/>
              <a:t>✔ Professional</a:t>
            </a:r>
            <a:endParaRPr lang="en-AU" sz="1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029EA-D771-5ADE-764E-7DE6BDD2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50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82DA-5853-67FC-78C2-B944D45BCDC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082143" y="136525"/>
            <a:ext cx="8022771" cy="6584950"/>
          </a:xfrm>
        </p:spPr>
        <p:txBody>
          <a:bodyPr>
            <a:normAutofit fontScale="70000" lnSpcReduction="20000"/>
          </a:bodyPr>
          <a:lstStyle/>
          <a:p>
            <a:r>
              <a:rPr lang="en-AU" b="1" dirty="0"/>
              <a:t>Where do we write </a:t>
            </a:r>
            <a:r>
              <a:rPr lang="en-AU" b="1" dirty="0" err="1"/>
              <a:t>FrameworkException</a:t>
            </a:r>
            <a:r>
              <a:rPr lang="en-AU" b="1" dirty="0"/>
              <a:t> code?</a:t>
            </a:r>
          </a:p>
          <a:p>
            <a:r>
              <a:rPr lang="en-AU" dirty="0" err="1"/>
              <a:t>src</a:t>
            </a:r>
            <a:r>
              <a:rPr lang="en-AU" dirty="0"/>
              <a:t>/main/java</a:t>
            </a:r>
          </a:p>
          <a:p>
            <a:r>
              <a:rPr lang="en-AU" dirty="0"/>
              <a:t> └── utils</a:t>
            </a:r>
          </a:p>
          <a:p>
            <a:r>
              <a:rPr lang="en-AU" dirty="0"/>
              <a:t>      └── FrameworkException.java</a:t>
            </a:r>
          </a:p>
          <a:p>
            <a:endParaRPr lang="en-AU" dirty="0"/>
          </a:p>
          <a:p>
            <a:r>
              <a:rPr lang="en-AU" b="1" dirty="0"/>
              <a:t>What is </a:t>
            </a:r>
            <a:r>
              <a:rPr lang="en-AU" b="1" dirty="0" err="1"/>
              <a:t>RuntimeException</a:t>
            </a:r>
            <a:r>
              <a:rPr lang="en-AU" b="1" dirty="0"/>
              <a:t> and why we didn’t create it?</a:t>
            </a:r>
          </a:p>
          <a:p>
            <a:r>
              <a:rPr lang="en-AU" dirty="0"/>
              <a:t>This is a Java built-in class.</a:t>
            </a:r>
          </a:p>
          <a:p>
            <a:endParaRPr lang="en-AU" dirty="0"/>
          </a:p>
          <a:p>
            <a:r>
              <a:rPr lang="en-AU" dirty="0" err="1"/>
              <a:t>java.lang.RuntimeException</a:t>
            </a:r>
            <a:endParaRPr lang="en-AU" dirty="0"/>
          </a:p>
          <a:p>
            <a:r>
              <a:rPr lang="en-AU" dirty="0"/>
              <a:t>public class </a:t>
            </a:r>
            <a:r>
              <a:rPr lang="en-AU" dirty="0" err="1"/>
              <a:t>FrameworkException</a:t>
            </a:r>
            <a:r>
              <a:rPr lang="en-AU" dirty="0"/>
              <a:t> extends </a:t>
            </a:r>
            <a:r>
              <a:rPr lang="en-AU" dirty="0" err="1"/>
              <a:t>RuntimeException</a:t>
            </a:r>
            <a:r>
              <a:rPr lang="en-AU" dirty="0"/>
              <a:t> {</a:t>
            </a:r>
          </a:p>
          <a:p>
            <a:r>
              <a:rPr lang="en-AU" dirty="0"/>
              <a:t>    public </a:t>
            </a:r>
            <a:r>
              <a:rPr lang="en-AU" dirty="0" err="1"/>
              <a:t>FrameworkException</a:t>
            </a:r>
            <a:r>
              <a:rPr lang="en-AU" dirty="0"/>
              <a:t>(String message) {</a:t>
            </a:r>
          </a:p>
          <a:p>
            <a:r>
              <a:rPr lang="en-AU" dirty="0"/>
              <a:t>        super(message);</a:t>
            </a:r>
          </a:p>
          <a:p>
            <a:r>
              <a:rPr lang="en-AU" dirty="0"/>
              <a:t>    }</a:t>
            </a:r>
          </a:p>
          <a:p>
            <a:r>
              <a:rPr lang="en-AU" dirty="0"/>
              <a:t>}</a:t>
            </a:r>
          </a:p>
          <a:p>
            <a:r>
              <a:rPr lang="en-AU" dirty="0"/>
              <a:t>So: Selenium exceptions extend </a:t>
            </a:r>
            <a:r>
              <a:rPr lang="en-AU" dirty="0" err="1"/>
              <a:t>RuntimeException</a:t>
            </a:r>
            <a:endParaRPr lang="en-AU" dirty="0"/>
          </a:p>
          <a:p>
            <a:endParaRPr lang="en-AU" dirty="0"/>
          </a:p>
          <a:p>
            <a:r>
              <a:rPr lang="en-AU" dirty="0"/>
              <a:t>Your </a:t>
            </a:r>
            <a:r>
              <a:rPr lang="en-AU" dirty="0" err="1"/>
              <a:t>FrameworkException</a:t>
            </a:r>
            <a:r>
              <a:rPr lang="en-AU" dirty="0"/>
              <a:t> also extends </a:t>
            </a:r>
            <a:r>
              <a:rPr lang="en-AU" dirty="0" err="1"/>
              <a:t>RuntimeException</a:t>
            </a:r>
            <a:endParaRPr lang="en-AU" dirty="0"/>
          </a:p>
          <a:p>
            <a:endParaRPr lang="en-AU" dirty="0"/>
          </a:p>
          <a:p>
            <a:r>
              <a:rPr lang="en-AU" dirty="0"/>
              <a:t>👉 That’s why Java treats it as unchecked.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ED2A0-6EBF-0C48-C900-1BB5CBB3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050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17E5B-9ADC-6C7C-DDD5-78B10F41E77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21629" y="136525"/>
            <a:ext cx="7761514" cy="6362246"/>
          </a:xfrm>
        </p:spPr>
        <p:txBody>
          <a:bodyPr>
            <a:normAutofit fontScale="70000" lnSpcReduction="20000"/>
          </a:bodyPr>
          <a:lstStyle/>
          <a:p>
            <a:r>
              <a:rPr lang="en-AU" b="1" dirty="0"/>
              <a:t>3. Test class </a:t>
            </a:r>
            <a:r>
              <a:rPr lang="en-AU" dirty="0"/>
              <a:t>(VERY CLEAN)</a:t>
            </a:r>
          </a:p>
          <a:p>
            <a:r>
              <a:rPr lang="en-AU" dirty="0"/>
              <a:t>LoginTest.java</a:t>
            </a:r>
          </a:p>
          <a:p>
            <a:r>
              <a:rPr lang="en-AU" dirty="0"/>
              <a:t>public class </a:t>
            </a:r>
            <a:r>
              <a:rPr lang="en-AU" dirty="0" err="1"/>
              <a:t>LoginTest</a:t>
            </a:r>
            <a:r>
              <a:rPr lang="en-AU" dirty="0"/>
              <a:t> extends </a:t>
            </a:r>
            <a:r>
              <a:rPr lang="en-AU" dirty="0" err="1"/>
              <a:t>BaseTest</a:t>
            </a:r>
            <a:r>
              <a:rPr lang="en-AU" dirty="0"/>
              <a:t> {</a:t>
            </a:r>
          </a:p>
          <a:p>
            <a:endParaRPr lang="en-AU" dirty="0"/>
          </a:p>
          <a:p>
            <a:r>
              <a:rPr lang="en-AU" dirty="0"/>
              <a:t>    </a:t>
            </a:r>
            <a:r>
              <a:rPr lang="en-AU" dirty="0" err="1"/>
              <a:t>LoginPage</a:t>
            </a:r>
            <a:r>
              <a:rPr lang="en-AU" dirty="0"/>
              <a:t> </a:t>
            </a:r>
            <a:r>
              <a:rPr lang="en-AU" dirty="0" err="1"/>
              <a:t>loginPage</a:t>
            </a:r>
            <a:r>
              <a:rPr lang="en-AU" dirty="0"/>
              <a:t>;</a:t>
            </a:r>
          </a:p>
          <a:p>
            <a:endParaRPr lang="en-AU" dirty="0"/>
          </a:p>
          <a:p>
            <a:r>
              <a:rPr lang="en-AU" dirty="0"/>
              <a:t>    @BeforeMethod</a:t>
            </a:r>
          </a:p>
          <a:p>
            <a:r>
              <a:rPr lang="en-AU" dirty="0"/>
              <a:t>    public void </a:t>
            </a:r>
            <a:r>
              <a:rPr lang="en-AU" dirty="0" err="1"/>
              <a:t>setUpTest</a:t>
            </a:r>
            <a:r>
              <a:rPr lang="en-AU" dirty="0"/>
              <a:t>() {</a:t>
            </a:r>
          </a:p>
          <a:p>
            <a:r>
              <a:rPr lang="en-AU" dirty="0"/>
              <a:t>        </a:t>
            </a:r>
            <a:r>
              <a:rPr lang="en-AU" dirty="0" err="1"/>
              <a:t>loginPage</a:t>
            </a:r>
            <a:r>
              <a:rPr lang="en-AU" dirty="0"/>
              <a:t> = new </a:t>
            </a:r>
            <a:r>
              <a:rPr lang="en-AU" dirty="0" err="1"/>
              <a:t>LoginPage</a:t>
            </a:r>
            <a:r>
              <a:rPr lang="en-AU" dirty="0"/>
              <a:t>(driver);</a:t>
            </a:r>
          </a:p>
          <a:p>
            <a:r>
              <a:rPr lang="en-AU" dirty="0"/>
              <a:t>    }</a:t>
            </a:r>
          </a:p>
          <a:p>
            <a:endParaRPr lang="en-AU" dirty="0"/>
          </a:p>
          <a:p>
            <a:r>
              <a:rPr lang="en-AU" dirty="0"/>
              <a:t>    @Test</a:t>
            </a:r>
          </a:p>
          <a:p>
            <a:r>
              <a:rPr lang="en-AU" dirty="0"/>
              <a:t>    public void </a:t>
            </a:r>
            <a:r>
              <a:rPr lang="en-AU" dirty="0" err="1"/>
              <a:t>verifyValidLogin</a:t>
            </a:r>
            <a:r>
              <a:rPr lang="en-AU" dirty="0"/>
              <a:t>() {</a:t>
            </a:r>
          </a:p>
          <a:p>
            <a:r>
              <a:rPr lang="en-AU" dirty="0"/>
              <a:t>        </a:t>
            </a:r>
            <a:r>
              <a:rPr lang="en-AU" dirty="0" err="1"/>
              <a:t>loginPage.login</a:t>
            </a:r>
            <a:r>
              <a:rPr lang="en-AU" dirty="0"/>
              <a:t>("</a:t>
            </a:r>
            <a:r>
              <a:rPr lang="en-AU" dirty="0" err="1"/>
              <a:t>testuser</a:t>
            </a:r>
            <a:r>
              <a:rPr lang="en-AU" dirty="0"/>
              <a:t>", "password123");</a:t>
            </a:r>
          </a:p>
          <a:p>
            <a:r>
              <a:rPr lang="en-AU" dirty="0"/>
              <a:t>        </a:t>
            </a:r>
            <a:r>
              <a:rPr lang="en-AU" dirty="0" err="1"/>
              <a:t>Assert.assertTrue</a:t>
            </a:r>
            <a:r>
              <a:rPr lang="en-AU" dirty="0"/>
              <a:t>(</a:t>
            </a:r>
            <a:r>
              <a:rPr lang="en-AU" dirty="0" err="1"/>
              <a:t>driver.getTitle</a:t>
            </a:r>
            <a:r>
              <a:rPr lang="en-AU" dirty="0"/>
              <a:t>().contains("Dashboard"));</a:t>
            </a:r>
          </a:p>
          <a:p>
            <a:r>
              <a:rPr lang="en-AU" dirty="0"/>
              <a:t>    }</a:t>
            </a:r>
          </a:p>
          <a:p>
            <a:r>
              <a:rPr lang="en-AU" dirty="0"/>
              <a:t>}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C8F23-F127-2E40-0021-E2336C0C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13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7A801-E42E-FBCF-1896-DE39B2E62B2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80114" y="136525"/>
            <a:ext cx="7935686" cy="6584950"/>
          </a:xfrm>
        </p:spPr>
        <p:txBody>
          <a:bodyPr>
            <a:normAutofit fontScale="92500" lnSpcReduction="20000"/>
          </a:bodyPr>
          <a:lstStyle/>
          <a:p>
            <a:r>
              <a:rPr lang="en-AU" b="1" dirty="0"/>
              <a:t>Summary of Step 1: Step-by-step flow:</a:t>
            </a:r>
          </a:p>
          <a:p>
            <a:r>
              <a:rPr lang="en-AU" dirty="0" err="1"/>
              <a:t>elementUtil.click</a:t>
            </a:r>
            <a:r>
              <a:rPr lang="en-AU" dirty="0"/>
              <a:t>(</a:t>
            </a:r>
            <a:r>
              <a:rPr lang="en-AU" dirty="0" err="1"/>
              <a:t>loginBtn</a:t>
            </a:r>
            <a:r>
              <a:rPr lang="en-AU" dirty="0"/>
              <a:t>, "Login Button");</a:t>
            </a:r>
          </a:p>
          <a:p>
            <a:r>
              <a:rPr lang="en-AU" dirty="0"/>
              <a:t>1️⃣ Selenium tries: </a:t>
            </a:r>
            <a:r>
              <a:rPr lang="en-AU" dirty="0" err="1"/>
              <a:t>driver.findElement</a:t>
            </a:r>
            <a:r>
              <a:rPr lang="en-AU" dirty="0"/>
              <a:t>().click();</a:t>
            </a:r>
          </a:p>
          <a:p>
            <a:r>
              <a:rPr lang="en-AU" dirty="0"/>
              <a:t>2️⃣ Selenium throws: </a:t>
            </a:r>
            <a:r>
              <a:rPr lang="en-AU" dirty="0" err="1"/>
              <a:t>NoSuchElementException</a:t>
            </a:r>
            <a:endParaRPr lang="en-AU" dirty="0"/>
          </a:p>
          <a:p>
            <a:r>
              <a:rPr lang="en-AU" dirty="0"/>
              <a:t>3️⃣ Utility catches it: catch (</a:t>
            </a:r>
            <a:r>
              <a:rPr lang="en-AU" dirty="0" err="1"/>
              <a:t>RuntimeException</a:t>
            </a:r>
            <a:r>
              <a:rPr lang="en-AU" dirty="0"/>
              <a:t> e)</a:t>
            </a:r>
          </a:p>
          <a:p>
            <a:r>
              <a:rPr lang="en-AU" dirty="0"/>
              <a:t>4️⃣ Utility: Takes screenshot, Logs error</a:t>
            </a:r>
          </a:p>
          <a:p>
            <a:r>
              <a:rPr lang="en-AU" dirty="0"/>
              <a:t>5️⃣ Utility throws: throw new </a:t>
            </a:r>
            <a:r>
              <a:rPr lang="en-AU" dirty="0" err="1"/>
              <a:t>FrameworkException</a:t>
            </a:r>
            <a:r>
              <a:rPr lang="en-AU" dirty="0"/>
              <a:t>("Unable to click Login Button");</a:t>
            </a:r>
          </a:p>
          <a:p>
            <a:r>
              <a:rPr lang="en-AU" dirty="0"/>
              <a:t>6️⃣ Test fails immediately</a:t>
            </a:r>
          </a:p>
          <a:p>
            <a:r>
              <a:rPr lang="en-AU" dirty="0"/>
              <a:t>7️⃣ TestNG reports </a:t>
            </a:r>
            <a:r>
              <a:rPr lang="en-AU" dirty="0" err="1"/>
              <a:t>FrameworkException</a:t>
            </a:r>
            <a:endParaRPr lang="en-AU" dirty="0"/>
          </a:p>
          <a:p>
            <a:r>
              <a:rPr lang="en-AU" dirty="0"/>
              <a:t>8️⃣ You see a clean failure reason</a:t>
            </a:r>
          </a:p>
          <a:p>
            <a:r>
              <a:rPr lang="en-AU" dirty="0"/>
              <a:t>✔ No Selenium noise</a:t>
            </a:r>
          </a:p>
          <a:p>
            <a:r>
              <a:rPr lang="en-AU" dirty="0"/>
              <a:t>✔ No swallowed error</a:t>
            </a:r>
          </a:p>
          <a:p>
            <a:r>
              <a:rPr lang="en-AU" dirty="0"/>
              <a:t>✔ Full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E6E8F-8134-C931-59D2-171C0F21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1DC26-AEA1-829B-5C55-27A5A5AB53B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91000" y="1"/>
            <a:ext cx="7913914" cy="6721474"/>
          </a:xfrm>
        </p:spPr>
        <p:txBody>
          <a:bodyPr/>
          <a:lstStyle/>
          <a:p>
            <a:r>
              <a:rPr lang="en-US" b="1" dirty="0"/>
              <a:t> PART 2: TestNG Best Practices (WHEN &amp; HOW tests run)</a:t>
            </a:r>
          </a:p>
          <a:p>
            <a:r>
              <a:rPr lang="en-US" b="1" dirty="0"/>
              <a:t>What TestNG handles:</a:t>
            </a:r>
          </a:p>
          <a:p>
            <a:pPr lvl="1"/>
            <a:r>
              <a:rPr lang="en-US" dirty="0"/>
              <a:t>Test execution</a:t>
            </a:r>
          </a:p>
          <a:p>
            <a:pPr lvl="1"/>
            <a:r>
              <a:rPr lang="en-US" dirty="0"/>
              <a:t>Setup / teardown</a:t>
            </a:r>
          </a:p>
          <a:p>
            <a:pPr lvl="1"/>
            <a:r>
              <a:rPr lang="en-US" dirty="0"/>
              <a:t>Test grouping</a:t>
            </a:r>
          </a:p>
          <a:p>
            <a:pPr lvl="1"/>
            <a:r>
              <a:rPr lang="en-US" dirty="0"/>
              <a:t>Data-driven tests</a:t>
            </a:r>
          </a:p>
          <a:p>
            <a:pPr lvl="1"/>
            <a:r>
              <a:rPr lang="en-US" dirty="0"/>
              <a:t>Reporting hooks</a:t>
            </a:r>
          </a:p>
          <a:p>
            <a:br>
              <a:rPr lang="en-US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2E3CF-0AB6-9E41-6215-5B06DE45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99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CE63C-8692-4B64-A258-9FCE68A81A1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25686" y="136525"/>
            <a:ext cx="8066314" cy="6492875"/>
          </a:xfrm>
        </p:spPr>
        <p:txBody>
          <a:bodyPr>
            <a:normAutofit fontScale="47500" lnSpcReduction="20000"/>
          </a:bodyPr>
          <a:lstStyle/>
          <a:p>
            <a:r>
              <a:rPr lang="en-AU" sz="3400" b="1" dirty="0"/>
              <a:t> Use </a:t>
            </a:r>
            <a:r>
              <a:rPr lang="en-AU" sz="3400" b="1" dirty="0" err="1"/>
              <a:t>BaseTest</a:t>
            </a:r>
            <a:r>
              <a:rPr lang="en-AU" sz="3400" b="1" dirty="0"/>
              <a:t> for setup &amp; teardown</a:t>
            </a:r>
          </a:p>
          <a:p>
            <a:r>
              <a:rPr lang="en-AU" dirty="0"/>
              <a:t>BaseTest.java</a:t>
            </a:r>
          </a:p>
          <a:p>
            <a:r>
              <a:rPr lang="en-AU" dirty="0"/>
              <a:t>public class </a:t>
            </a:r>
            <a:r>
              <a:rPr lang="en-AU" dirty="0" err="1"/>
              <a:t>BaseTest</a:t>
            </a:r>
            <a:r>
              <a:rPr lang="en-AU" dirty="0"/>
              <a:t> {</a:t>
            </a:r>
          </a:p>
          <a:p>
            <a:endParaRPr lang="en-AU" dirty="0"/>
          </a:p>
          <a:p>
            <a:r>
              <a:rPr lang="en-AU" dirty="0"/>
              <a:t>    protected WebDriver driver;</a:t>
            </a:r>
          </a:p>
          <a:p>
            <a:endParaRPr lang="en-AU" dirty="0"/>
          </a:p>
          <a:p>
            <a:r>
              <a:rPr lang="en-AU" dirty="0"/>
              <a:t>    @BeforeSuite</a:t>
            </a:r>
          </a:p>
          <a:p>
            <a:r>
              <a:rPr lang="en-AU" dirty="0"/>
              <a:t>    public void </a:t>
            </a:r>
            <a:r>
              <a:rPr lang="en-AU" dirty="0" err="1"/>
              <a:t>setupSuite</a:t>
            </a:r>
            <a:r>
              <a:rPr lang="en-AU" dirty="0"/>
              <a:t>() {</a:t>
            </a:r>
          </a:p>
          <a:p>
            <a:r>
              <a:rPr lang="en-AU" dirty="0"/>
              <a:t>     // Reporting setup</a:t>
            </a:r>
          </a:p>
          <a:p>
            <a:r>
              <a:rPr lang="en-AU" dirty="0"/>
              <a:t>    }</a:t>
            </a:r>
          </a:p>
          <a:p>
            <a:endParaRPr lang="en-AU" dirty="0"/>
          </a:p>
          <a:p>
            <a:r>
              <a:rPr lang="en-AU" dirty="0"/>
              <a:t>    @BeforeMethod</a:t>
            </a:r>
          </a:p>
          <a:p>
            <a:r>
              <a:rPr lang="en-AU" dirty="0"/>
              <a:t>    public void setup() {</a:t>
            </a:r>
          </a:p>
          <a:p>
            <a:r>
              <a:rPr lang="en-AU" dirty="0"/>
              <a:t>        driver = new </a:t>
            </a:r>
            <a:r>
              <a:rPr lang="en-AU" dirty="0" err="1"/>
              <a:t>ChromeDriver</a:t>
            </a:r>
            <a:r>
              <a:rPr lang="en-AU" dirty="0"/>
              <a:t>();</a:t>
            </a:r>
          </a:p>
          <a:p>
            <a:r>
              <a:rPr lang="en-AU" dirty="0"/>
              <a:t>        </a:t>
            </a:r>
            <a:r>
              <a:rPr lang="en-AU" dirty="0" err="1"/>
              <a:t>driver.manage</a:t>
            </a:r>
            <a:r>
              <a:rPr lang="en-AU" dirty="0"/>
              <a:t>().window().maximize();</a:t>
            </a:r>
          </a:p>
          <a:p>
            <a:r>
              <a:rPr lang="en-AU" dirty="0"/>
              <a:t>        </a:t>
            </a:r>
            <a:r>
              <a:rPr lang="en-AU" dirty="0" err="1"/>
              <a:t>driver.get</a:t>
            </a:r>
            <a:r>
              <a:rPr lang="en-AU" dirty="0"/>
              <a:t>("https://example.com");</a:t>
            </a:r>
          </a:p>
          <a:p>
            <a:r>
              <a:rPr lang="en-AU" dirty="0"/>
              <a:t>    }</a:t>
            </a:r>
          </a:p>
          <a:p>
            <a:endParaRPr lang="en-AU" dirty="0"/>
          </a:p>
          <a:p>
            <a:r>
              <a:rPr lang="en-AU" dirty="0"/>
              <a:t>    @AfterMethod</a:t>
            </a:r>
          </a:p>
          <a:p>
            <a:r>
              <a:rPr lang="en-AU" dirty="0"/>
              <a:t>    public void </a:t>
            </a:r>
            <a:r>
              <a:rPr lang="en-AU" dirty="0" err="1"/>
              <a:t>tearDown</a:t>
            </a:r>
            <a:r>
              <a:rPr lang="en-AU" dirty="0"/>
              <a:t>() {</a:t>
            </a:r>
          </a:p>
          <a:p>
            <a:r>
              <a:rPr lang="en-AU" dirty="0"/>
              <a:t>        if (driver != null) {</a:t>
            </a:r>
          </a:p>
          <a:p>
            <a:r>
              <a:rPr lang="en-AU" dirty="0"/>
              <a:t>            </a:t>
            </a:r>
            <a:r>
              <a:rPr lang="en-AU" dirty="0" err="1"/>
              <a:t>driver.quit</a:t>
            </a:r>
            <a:r>
              <a:rPr lang="en-AU" dirty="0"/>
              <a:t>();</a:t>
            </a:r>
          </a:p>
          <a:p>
            <a:r>
              <a:rPr lang="en-AU" dirty="0"/>
              <a:t>        }</a:t>
            </a:r>
          </a:p>
          <a:p>
            <a:r>
              <a:rPr lang="en-AU" dirty="0"/>
              <a:t>    }</a:t>
            </a:r>
          </a:p>
          <a:p>
            <a:r>
              <a:rPr lang="en-AU" dirty="0"/>
              <a:t>}</a:t>
            </a:r>
          </a:p>
          <a:p>
            <a:r>
              <a:rPr lang="en-AU" dirty="0"/>
              <a:t>👉 Never repeat WebDriver setup in every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D2175-3CBD-B66C-BD77-DBA7CEB7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21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F2CD-E3D5-A1E1-380B-CFBAF3000D6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56314" y="136525"/>
            <a:ext cx="7783286" cy="6584950"/>
          </a:xfrm>
        </p:spPr>
        <p:txBody>
          <a:bodyPr>
            <a:normAutofit fontScale="47500" lnSpcReduction="20000"/>
          </a:bodyPr>
          <a:lstStyle/>
          <a:p>
            <a:r>
              <a:rPr lang="en-AU" sz="2900" b="1" dirty="0"/>
              <a:t>2. One assertion concept per test</a:t>
            </a:r>
          </a:p>
          <a:p>
            <a:r>
              <a:rPr lang="en-AU" dirty="0"/>
              <a:t>@Test</a:t>
            </a:r>
          </a:p>
          <a:p>
            <a:r>
              <a:rPr lang="en-AU" dirty="0"/>
              <a:t>public void </a:t>
            </a:r>
            <a:r>
              <a:rPr lang="en-AU" dirty="0" err="1"/>
              <a:t>verifyLoginSuccess</a:t>
            </a:r>
            <a:r>
              <a:rPr lang="en-AU" dirty="0"/>
              <a:t>() { }</a:t>
            </a:r>
          </a:p>
          <a:p>
            <a:endParaRPr lang="en-AU" dirty="0"/>
          </a:p>
          <a:p>
            <a:r>
              <a:rPr lang="en-AU" dirty="0"/>
              <a:t>@Test</a:t>
            </a:r>
          </a:p>
          <a:p>
            <a:r>
              <a:rPr lang="en-AU" dirty="0"/>
              <a:t>public void </a:t>
            </a:r>
            <a:r>
              <a:rPr lang="en-AU" dirty="0" err="1"/>
              <a:t>verifyInvalidPasswordError</a:t>
            </a:r>
            <a:r>
              <a:rPr lang="en-AU" dirty="0"/>
              <a:t>() { }</a:t>
            </a:r>
          </a:p>
          <a:p>
            <a:r>
              <a:rPr lang="en-AU" dirty="0"/>
              <a:t>Tests should fail for one reason only.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Use @DataProvider properly</a:t>
            </a:r>
          </a:p>
          <a:p>
            <a:endParaRPr lang="en-AU" dirty="0"/>
          </a:p>
          <a:p>
            <a:r>
              <a:rPr lang="en-AU" dirty="0"/>
              <a:t>@DataProvider</a:t>
            </a:r>
          </a:p>
          <a:p>
            <a:r>
              <a:rPr lang="en-AU" dirty="0"/>
              <a:t>public Object[][] </a:t>
            </a:r>
            <a:r>
              <a:rPr lang="en-AU" dirty="0" err="1"/>
              <a:t>loginData</a:t>
            </a:r>
            <a:r>
              <a:rPr lang="en-AU" dirty="0"/>
              <a:t>() {</a:t>
            </a:r>
          </a:p>
          <a:p>
            <a:r>
              <a:rPr lang="en-AU" dirty="0"/>
              <a:t>    return new Object[][] {</a:t>
            </a:r>
          </a:p>
          <a:p>
            <a:r>
              <a:rPr lang="en-AU" dirty="0"/>
              <a:t>        {"user1", "pass1"},</a:t>
            </a:r>
          </a:p>
          <a:p>
            <a:r>
              <a:rPr lang="en-AU" dirty="0"/>
              <a:t>        {"user2", "pass2"}</a:t>
            </a:r>
          </a:p>
          <a:p>
            <a:r>
              <a:rPr lang="en-AU" dirty="0"/>
              <a:t>    };</a:t>
            </a:r>
          </a:p>
          <a:p>
            <a:r>
              <a:rPr lang="en-AU" dirty="0"/>
              <a:t>}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@Test(dataProvider = "</a:t>
            </a:r>
            <a:r>
              <a:rPr lang="en-AU" dirty="0" err="1"/>
              <a:t>loginData</a:t>
            </a:r>
            <a:r>
              <a:rPr lang="en-AU" dirty="0"/>
              <a:t>")</a:t>
            </a:r>
          </a:p>
          <a:p>
            <a:r>
              <a:rPr lang="en-AU" dirty="0"/>
              <a:t>public void </a:t>
            </a:r>
            <a:r>
              <a:rPr lang="en-AU" dirty="0" err="1"/>
              <a:t>verifyLogin</a:t>
            </a:r>
            <a:r>
              <a:rPr lang="en-AU" dirty="0"/>
              <a:t>(String user, String pass) {</a:t>
            </a:r>
          </a:p>
          <a:p>
            <a:r>
              <a:rPr lang="en-AU" dirty="0"/>
              <a:t>    </a:t>
            </a:r>
            <a:r>
              <a:rPr lang="en-AU" dirty="0" err="1"/>
              <a:t>loginPage.login</a:t>
            </a:r>
            <a:r>
              <a:rPr lang="en-AU" dirty="0"/>
              <a:t>(user, pass);</a:t>
            </a:r>
          </a:p>
          <a:p>
            <a:r>
              <a:rPr lang="en-AU" dirty="0"/>
              <a:t>}</a:t>
            </a:r>
          </a:p>
          <a:p>
            <a:r>
              <a:rPr lang="en-AU" dirty="0"/>
              <a:t>✔ Reduces duplication</a:t>
            </a:r>
          </a:p>
          <a:p>
            <a:r>
              <a:rPr lang="en-AU" dirty="0"/>
              <a:t>✔ Improves coverage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C90DD-633F-1E03-24A1-39ADDB7F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810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C4EFE-18E6-77D8-DF8A-07B8983C216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54500" y="254001"/>
            <a:ext cx="7023100" cy="5714416"/>
          </a:xfrm>
        </p:spPr>
        <p:txBody>
          <a:bodyPr/>
          <a:lstStyle/>
          <a:p>
            <a:r>
              <a:rPr lang="en-US" dirty="0"/>
              <a:t>👉 throw → actually throws an exception manually</a:t>
            </a:r>
            <a:br>
              <a:rPr lang="en-US" dirty="0"/>
            </a:br>
            <a:r>
              <a:rPr lang="en-US" dirty="0"/>
              <a:t>👉 throws → passes exception to caller(</a:t>
            </a:r>
            <a:r>
              <a:rPr lang="en-AU" dirty="0"/>
              <a:t>declares a possible exception)</a:t>
            </a:r>
            <a:endParaRPr lang="en-US" dirty="0"/>
          </a:p>
          <a:p>
            <a:r>
              <a:rPr lang="en-US" dirty="0"/>
              <a:t>👉 Wrapper methods (</a:t>
            </a:r>
            <a:r>
              <a:rPr lang="en-US" dirty="0" err="1"/>
              <a:t>wait+click</a:t>
            </a:r>
            <a:r>
              <a:rPr lang="en-US" dirty="0"/>
              <a:t>) prevent runtime issues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78F13-DD1D-FC8D-834A-D529BAC2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384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939F-B8C4-BDB8-7F31-D9D45ED8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815139"/>
          </a:xfrm>
        </p:spPr>
        <p:txBody>
          <a:bodyPr/>
          <a:lstStyle/>
          <a:p>
            <a:r>
              <a:rPr lang="en-AU" dirty="0"/>
              <a:t>MCQ’s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C3A3-1ED7-7CCA-C877-079E7B5AD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16400" y="1244601"/>
            <a:ext cx="7721600" cy="5476874"/>
          </a:xfrm>
        </p:spPr>
        <p:txBody>
          <a:bodyPr>
            <a:normAutofit fontScale="40000" lnSpcReduction="20000"/>
          </a:bodyPr>
          <a:lstStyle/>
          <a:p>
            <a:r>
              <a:rPr lang="en-AU" b="1" dirty="0"/>
              <a:t>🔹 Section A – Java Exception Basics (Q1–Q10)</a:t>
            </a:r>
          </a:p>
          <a:p>
            <a:r>
              <a:rPr lang="en-AU" b="1" dirty="0"/>
              <a:t>Q1.</a:t>
            </a:r>
            <a:r>
              <a:rPr lang="en-AU" dirty="0"/>
              <a:t> An exception is:</a:t>
            </a:r>
            <a:br>
              <a:rPr lang="en-AU" dirty="0"/>
            </a:br>
            <a:r>
              <a:rPr lang="en-AU" dirty="0"/>
              <a:t>A) compile time error</a:t>
            </a:r>
            <a:br>
              <a:rPr lang="en-AU" dirty="0"/>
            </a:br>
            <a:r>
              <a:rPr lang="en-AU" dirty="0"/>
              <a:t>B) runtime problem</a:t>
            </a:r>
            <a:br>
              <a:rPr lang="en-AU" dirty="0"/>
            </a:br>
            <a:r>
              <a:rPr lang="en-AU" dirty="0"/>
              <a:t>C) syntax error</a:t>
            </a:r>
            <a:br>
              <a:rPr lang="en-AU" dirty="0"/>
            </a:br>
            <a:r>
              <a:rPr lang="en-AU" dirty="0"/>
              <a:t>D) warning</a:t>
            </a:r>
          </a:p>
          <a:p>
            <a:r>
              <a:rPr lang="en-AU" b="1" dirty="0"/>
              <a:t>Q2.</a:t>
            </a:r>
            <a:r>
              <a:rPr lang="en-AU" dirty="0"/>
              <a:t> Which block contains risky code?</a:t>
            </a:r>
            <a:br>
              <a:rPr lang="en-AU" dirty="0"/>
            </a:br>
            <a:r>
              <a:rPr lang="en-AU" dirty="0"/>
              <a:t>A) catch</a:t>
            </a:r>
            <a:br>
              <a:rPr lang="en-AU" dirty="0"/>
            </a:br>
            <a:r>
              <a:rPr lang="en-AU" dirty="0"/>
              <a:t>B) finally</a:t>
            </a:r>
            <a:br>
              <a:rPr lang="en-AU" dirty="0"/>
            </a:br>
            <a:r>
              <a:rPr lang="en-AU" dirty="0"/>
              <a:t>C) try</a:t>
            </a:r>
            <a:br>
              <a:rPr lang="en-AU" dirty="0"/>
            </a:br>
            <a:r>
              <a:rPr lang="en-AU" dirty="0"/>
              <a:t>D) throws</a:t>
            </a:r>
          </a:p>
          <a:p>
            <a:r>
              <a:rPr lang="en-AU" b="1" dirty="0"/>
              <a:t>Q3.</a:t>
            </a:r>
            <a:r>
              <a:rPr lang="en-AU" dirty="0"/>
              <a:t> Which block executes always?</a:t>
            </a:r>
            <a:br>
              <a:rPr lang="en-AU" dirty="0"/>
            </a:br>
            <a:r>
              <a:rPr lang="en-AU" dirty="0"/>
              <a:t>A) try</a:t>
            </a:r>
            <a:br>
              <a:rPr lang="en-AU" dirty="0"/>
            </a:br>
            <a:r>
              <a:rPr lang="en-AU" dirty="0"/>
              <a:t>B) catch</a:t>
            </a:r>
            <a:br>
              <a:rPr lang="en-AU" dirty="0"/>
            </a:br>
            <a:r>
              <a:rPr lang="en-AU" dirty="0"/>
              <a:t>C) finally</a:t>
            </a:r>
            <a:br>
              <a:rPr lang="en-AU" dirty="0"/>
            </a:br>
            <a:r>
              <a:rPr lang="en-AU" dirty="0"/>
              <a:t>D) throw</a:t>
            </a:r>
          </a:p>
          <a:p>
            <a:r>
              <a:rPr lang="en-AU" b="1" dirty="0"/>
              <a:t>Q4.</a:t>
            </a:r>
            <a:r>
              <a:rPr lang="en-AU" dirty="0"/>
              <a:t> Which keyword passes exception to caller?</a:t>
            </a:r>
            <a:br>
              <a:rPr lang="en-AU" dirty="0"/>
            </a:br>
            <a:r>
              <a:rPr lang="en-AU" dirty="0"/>
              <a:t>A) throw</a:t>
            </a:r>
            <a:br>
              <a:rPr lang="en-AU" dirty="0"/>
            </a:br>
            <a:r>
              <a:rPr lang="en-AU" dirty="0"/>
              <a:t>B) throws</a:t>
            </a:r>
            <a:br>
              <a:rPr lang="en-AU" dirty="0"/>
            </a:br>
            <a:r>
              <a:rPr lang="en-AU" dirty="0"/>
              <a:t>C) catch</a:t>
            </a:r>
            <a:br>
              <a:rPr lang="en-AU" dirty="0"/>
            </a:br>
            <a:r>
              <a:rPr lang="en-AU" dirty="0"/>
              <a:t>D) finally</a:t>
            </a:r>
          </a:p>
          <a:p>
            <a:r>
              <a:rPr lang="en-AU" b="1" dirty="0"/>
              <a:t>Q5.</a:t>
            </a:r>
            <a:r>
              <a:rPr lang="en-AU" dirty="0"/>
              <a:t> Checked exceptions are handled at:</a:t>
            </a:r>
            <a:br>
              <a:rPr lang="en-AU" dirty="0"/>
            </a:br>
            <a:r>
              <a:rPr lang="en-AU" dirty="0"/>
              <a:t>A) runtime</a:t>
            </a:r>
            <a:br>
              <a:rPr lang="en-AU" dirty="0"/>
            </a:br>
            <a:r>
              <a:rPr lang="en-AU" dirty="0"/>
              <a:t>B) compile time</a:t>
            </a:r>
            <a:br>
              <a:rPr lang="en-AU" dirty="0"/>
            </a:br>
            <a:r>
              <a:rPr lang="en-AU" dirty="0"/>
              <a:t>C) JVM shutdown</a:t>
            </a:r>
            <a:br>
              <a:rPr lang="en-AU" dirty="0"/>
            </a:br>
            <a:r>
              <a:rPr lang="en-AU" dirty="0"/>
              <a:t>D) browser time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6BA57-51CD-8934-CFD9-47680B7B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953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954E-882C-03EA-6A41-EED5D875B44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546600" y="1054101"/>
            <a:ext cx="6731000" cy="4914316"/>
          </a:xfrm>
        </p:spPr>
        <p:txBody>
          <a:bodyPr/>
          <a:lstStyle/>
          <a:p>
            <a:r>
              <a:rPr lang="en-AU" dirty="0"/>
              <a:t>Answer Key : </a:t>
            </a:r>
          </a:p>
          <a:p>
            <a:pPr lvl="0"/>
            <a:r>
              <a:rPr lang="en-AU" b="1" dirty="0"/>
              <a:t>B</a:t>
            </a:r>
            <a:endParaRPr lang="en-AU" dirty="0"/>
          </a:p>
          <a:p>
            <a:pPr lvl="0"/>
            <a:r>
              <a:rPr lang="en-AU" b="1" dirty="0"/>
              <a:t>C</a:t>
            </a:r>
            <a:endParaRPr lang="en-AU" dirty="0"/>
          </a:p>
          <a:p>
            <a:pPr lvl="0"/>
            <a:r>
              <a:rPr lang="en-AU" b="1" dirty="0"/>
              <a:t>C</a:t>
            </a:r>
            <a:endParaRPr lang="en-AU" dirty="0"/>
          </a:p>
          <a:p>
            <a:pPr lvl="0"/>
            <a:r>
              <a:rPr lang="en-AU" b="1" dirty="0"/>
              <a:t>B</a:t>
            </a:r>
            <a:endParaRPr lang="en-AU" dirty="0"/>
          </a:p>
          <a:p>
            <a:pPr lvl="0"/>
            <a:r>
              <a:rPr lang="en-AU" b="1" dirty="0"/>
              <a:t>B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45C28-4768-AD3F-511A-D773DE01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258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Merin Jose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{58134E3A-A7FD-453E-9414-65445E009BC5}TF55c86556-70ea-476e-aa05-13a38f2d5b0da1381d77_win32-a3c664429073</Template>
  <TotalTime>433</TotalTime>
  <Words>2442</Words>
  <Application>Microsoft Office PowerPoint</Application>
  <PresentationFormat>Widescreen</PresentationFormat>
  <Paragraphs>409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Avenir Next LT Pro</vt:lpstr>
      <vt:lpstr>Calibri</vt:lpstr>
      <vt:lpstr>Custom</vt:lpstr>
      <vt:lpstr>Error Handling - JAVA</vt:lpstr>
      <vt:lpstr>What is an Exception?</vt:lpstr>
      <vt:lpstr>Common Selenium exceptions you’ll see</vt:lpstr>
      <vt:lpstr>Why we need Exception Handling in Selenium ?</vt:lpstr>
      <vt:lpstr>Syntax</vt:lpstr>
      <vt:lpstr>1. Without Handling:   driver.findelement(by.id("login")).click();  if not found → test fails immediately     2. With Handling:  try {      driver.findelement(by.id("login")).click(); }  catch(nosuchelementexception e) {      system.out.println("login button not found");  }     </vt:lpstr>
      <vt:lpstr>Best Practice:  try {     driver.findelement(by.id("submit")).click(); }  catch(exception e) {     system.out.println("click failed");      // screenshot logic – if click failed, add this inside catch      file src = ((takesscreenshot)driver).getscreenshotas(outputtype.file);     fileutils.copyfile(src, new file("error.png")); } </vt:lpstr>
      <vt:lpstr>Multiple catch blocks</vt:lpstr>
      <vt:lpstr>When to use finally</vt:lpstr>
      <vt:lpstr>Checked vs Unchecked Exceptions</vt:lpstr>
      <vt:lpstr>IF EXCEL ATTACHED</vt:lpstr>
      <vt:lpstr>1.Excel reading should be in utils (or a data layer)</vt:lpstr>
      <vt:lpstr>2. TestNG Data Provider (reads Excel and feeds test)</vt:lpstr>
      <vt:lpstr>3. Test class uses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MCQ’s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Ankitha Jose</dc:creator>
  <cp:lastModifiedBy>Ankitha Jose</cp:lastModifiedBy>
  <cp:revision>1</cp:revision>
  <dcterms:created xsi:type="dcterms:W3CDTF">2026-01-25T07:57:49Z</dcterms:created>
  <dcterms:modified xsi:type="dcterms:W3CDTF">2026-01-28T11:14:48Z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